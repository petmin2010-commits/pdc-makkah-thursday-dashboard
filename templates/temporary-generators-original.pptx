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5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16777552" r:id="rId40"/>
    <p:sldId id="16777531" r:id="rId41"/>
    <p:sldId id="16777553" r:id="rId42"/>
    <p:sldId id="16777554" r:id="rId43"/>
    <p:sldId id="16777555" r:id="rId44"/>
    <p:sldId id="16777556" r:id="rId45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E60"/>
    <a:srgbClr val="CB9F17"/>
    <a:srgbClr val="CAA018"/>
    <a:srgbClr val="99FF99"/>
    <a:srgbClr val="72B94E"/>
    <a:srgbClr val="92D050"/>
    <a:srgbClr val="BB5D5B"/>
    <a:srgbClr val="FF0303"/>
    <a:srgbClr val="7C7C7C"/>
    <a:srgbClr val="307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1" autoAdjust="0"/>
    <p:restoredTop sz="88278" autoAdjust="0"/>
  </p:normalViewPr>
  <p:slideViewPr>
    <p:cSldViewPr snapToGrid="0" snapToObjects="1">
      <p:cViewPr>
        <p:scale>
          <a:sx n="125" d="100"/>
          <a:sy n="125" d="100"/>
        </p:scale>
        <p:origin x="-821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49" Type="http://schemas.openxmlformats.org/officeDocument/2006/relationships/theme" Target="theme/theme1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46" Type="http://schemas.openxmlformats.org/officeDocument/2006/relationships/notesMaster" Target="notesMasters/notesMaster1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94892377227463"/>
          <c:y val="0.13579325850625976"/>
          <c:w val="0.79298146579517292"/>
          <c:h val="0.7749373760518976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قيمة البند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2AA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4D-4FE1-9703-005B3A4C50EC}"/>
              </c:ext>
            </c:extLst>
          </c:dPt>
          <c:dPt>
            <c:idx val="1"/>
            <c:invertIfNegative val="0"/>
            <c:bubble3D val="0"/>
            <c:spPr>
              <a:solidFill>
                <a:srgbClr val="E5BA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014D-4FE1-9703-005B3A4C50EC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4D-4FE1-9703-005B3A4C50E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تم التنفيذ</c:v>
                </c:pt>
                <c:pt idx="1">
                  <c:v>جار العمل </c:v>
                </c:pt>
                <c:pt idx="2">
                  <c:v>لم يتم البدء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987</c:v>
                </c:pt>
                <c:pt idx="1">
                  <c:v>66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D-4FE1-9703-005B3A4C50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الإجمالي 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تم التنفيذ</c:v>
                </c:pt>
                <c:pt idx="1">
                  <c:v>جار العمل </c:v>
                </c:pt>
                <c:pt idx="2">
                  <c:v>لم يتم البدء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1153</c:v>
                </c:pt>
                <c:pt idx="1">
                  <c:v>1153</c:v>
                </c:pt>
                <c:pt idx="2">
                  <c:v>1153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4D-4FE1-9703-005B3A4C50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39405952"/>
        <c:axId val="139415936"/>
      </c:barChart>
      <c:catAx>
        <c:axId val="1394059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139415936"/>
        <c:crosses val="autoZero"/>
        <c:auto val="1"/>
        <c:lblAlgn val="ctr"/>
        <c:lblOffset val="100"/>
        <c:noMultiLvlLbl val="1"/>
      </c:catAx>
      <c:valAx>
        <c:axId val="1394159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39405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العدد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FE3-4CC8-B686-A1310B323A71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E3-4CC8-B686-A1310B323A71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FE3-4CC8-B686-A1310B323A71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E3-4CC8-B686-A1310B323A7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اجمالي الأوامر</c:v>
                </c:pt>
                <c:pt idx="1">
                  <c:v>المستلم 155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555</c:v>
                </c:pt>
                <c:pt idx="1">
                  <c:v>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E3-4CC8-B686-A1310B323A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المسند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ورقة1!$B$2:$B$3</c:f>
              <c:numCache>
                <c:formatCode>General</c:formatCode>
                <c:ptCount val="2"/>
                <c:pt idx="0">
                  <c:v>151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5B-4307-A276-F81CD8345B75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المنفذ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ورقة1!$C$2:$C$3</c:f>
              <c:numCache>
                <c:formatCode>General</c:formatCode>
                <c:ptCount val="2"/>
                <c:pt idx="0">
                  <c:v>146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5B-4307-A276-F81CD8345B75}"/>
            </c:ext>
          </c:extLst>
        </c:ser>
        <c:ser>
          <c:idx val="2"/>
          <c:order val="2"/>
          <c:tx>
            <c:strRef>
              <c:f>ورقة1!$D$1</c:f>
              <c:strCache>
                <c:ptCount val="1"/>
                <c:pt idx="0">
                  <c:v>جاري 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ورقة1!$D$2:$D$3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5B-4307-A276-F81CD8345B75}"/>
            </c:ext>
          </c:extLst>
        </c:ser>
        <c:ser>
          <c:idx val="3"/>
          <c:order val="3"/>
          <c:tx>
            <c:strRef>
              <c:f>ورقة1!$E$1</c:f>
              <c:strCache>
                <c:ptCount val="1"/>
                <c:pt idx="0">
                  <c:v>لم يبدأ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5B-4307-A276-F81CD8345B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162165120"/>
        <c:axId val="162166656"/>
      </c:barChart>
      <c:catAx>
        <c:axId val="1621651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166656"/>
        <c:crosses val="autoZero"/>
        <c:auto val="1"/>
        <c:lblAlgn val="ctr"/>
        <c:lblOffset val="100"/>
        <c:noMultiLvlLbl val="0"/>
      </c:catAx>
      <c:valAx>
        <c:axId val="1621666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2165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التوصيلات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ورقة1!$A$2:$A$6</c:f>
              <c:strCache>
                <c:ptCount val="5"/>
                <c:pt idx="0">
                  <c:v>مستندات لم تسلم</c:v>
                </c:pt>
                <c:pt idx="1">
                  <c:v>تحت المراجعة</c:v>
                </c:pt>
                <c:pt idx="2">
                  <c:v>مرفق للاستلام 155</c:v>
                </c:pt>
                <c:pt idx="3">
                  <c:v>استلام الأصول </c:v>
                </c:pt>
                <c:pt idx="4">
                  <c:v>مستلم 155</c:v>
                </c:pt>
              </c:strCache>
            </c:strRef>
          </c:cat>
          <c:val>
            <c:numRef>
              <c:f>ورقة1!$B$2:$B$6</c:f>
              <c:numCache>
                <c:formatCode>General</c:formatCode>
                <c:ptCount val="5"/>
                <c:pt idx="0">
                  <c:v>3</c:v>
                </c:pt>
                <c:pt idx="1">
                  <c:v>11</c:v>
                </c:pt>
                <c:pt idx="2">
                  <c:v>2</c:v>
                </c:pt>
                <c:pt idx="3">
                  <c:v>2</c:v>
                </c:pt>
                <c:pt idx="4">
                  <c:v>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2D-4ED3-AF36-3FD2D5D98738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المشاريع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ورقة1!$A$2:$A$6</c:f>
              <c:strCache>
                <c:ptCount val="5"/>
                <c:pt idx="0">
                  <c:v>مستندات لم تسلم</c:v>
                </c:pt>
                <c:pt idx="1">
                  <c:v>تحت المراجعة</c:v>
                </c:pt>
                <c:pt idx="2">
                  <c:v>مرفق للاستلام 155</c:v>
                </c:pt>
                <c:pt idx="3">
                  <c:v>استلام الأصول </c:v>
                </c:pt>
                <c:pt idx="4">
                  <c:v>مستلم 155</c:v>
                </c:pt>
              </c:strCache>
            </c:strRef>
          </c:cat>
          <c:val>
            <c:numRef>
              <c:f>ورقة1!$C$2:$C$6</c:f>
              <c:numCache>
                <c:formatCode>General</c:formatCode>
                <c:ptCount val="5"/>
                <c:pt idx="0">
                  <c:v>4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2D-4ED3-AF36-3FD2D5D987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2130560"/>
        <c:axId val="162210176"/>
      </c:barChart>
      <c:catAx>
        <c:axId val="162130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210176"/>
        <c:crosses val="autoZero"/>
        <c:auto val="1"/>
        <c:lblAlgn val="ctr"/>
        <c:lblOffset val="100"/>
        <c:noMultiLvlLbl val="0"/>
      </c:catAx>
      <c:valAx>
        <c:axId val="162210176"/>
        <c:scaling>
          <c:orientation val="minMax"/>
          <c:max val="2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130560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99938747705544"/>
          <c:y val="6.0655848420346617E-2"/>
          <c:w val="0.84800061252295278"/>
          <c:h val="0.526028688225531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التوصيلات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ورقة1!$A$2:$A$6</c:f>
              <c:strCache>
                <c:ptCount val="5"/>
                <c:pt idx="0">
                  <c:v>مستندات لم تسلم</c:v>
                </c:pt>
                <c:pt idx="1">
                  <c:v>تحت المراجعة</c:v>
                </c:pt>
                <c:pt idx="2">
                  <c:v>مرفق للاستلام 155</c:v>
                </c:pt>
                <c:pt idx="3">
                  <c:v>استلام الأصول </c:v>
                </c:pt>
                <c:pt idx="4">
                  <c:v>مستلم 155</c:v>
                </c:pt>
              </c:strCache>
            </c:strRef>
          </c:cat>
          <c:val>
            <c:numRef>
              <c:f>ورقة1!$B$2:$B$6</c:f>
              <c:numCache>
                <c:formatCode>General</c:formatCode>
                <c:ptCount val="5"/>
                <c:pt idx="0">
                  <c:v>142</c:v>
                </c:pt>
                <c:pt idx="1">
                  <c:v>63</c:v>
                </c:pt>
                <c:pt idx="2">
                  <c:v>65</c:v>
                </c:pt>
                <c:pt idx="3">
                  <c:v>4</c:v>
                </c:pt>
                <c:pt idx="4">
                  <c:v>465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2D-4ED3-AF36-3FD2D5D98738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المشاريع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ورقة1!$A$2:$A$6</c:f>
              <c:strCache>
                <c:ptCount val="5"/>
                <c:pt idx="0">
                  <c:v>مستندات لم تسلم</c:v>
                </c:pt>
                <c:pt idx="1">
                  <c:v>تحت المراجعة</c:v>
                </c:pt>
                <c:pt idx="2">
                  <c:v>مرفق للاستلام 155</c:v>
                </c:pt>
                <c:pt idx="3">
                  <c:v>استلام الأصول </c:v>
                </c:pt>
                <c:pt idx="4">
                  <c:v>مستلم 155</c:v>
                </c:pt>
              </c:strCache>
            </c:strRef>
          </c:cat>
          <c:val>
            <c:numRef>
              <c:f>ورقة1!$C$2:$C$6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0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2D-4ED3-AF36-3FD2D5D987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2362496"/>
        <c:axId val="162364032"/>
      </c:barChart>
      <c:catAx>
        <c:axId val="16236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364032"/>
        <c:crosses val="autoZero"/>
        <c:auto val="1"/>
        <c:lblAlgn val="ctr"/>
        <c:lblOffset val="100"/>
        <c:noMultiLvlLbl val="0"/>
      </c:catAx>
      <c:valAx>
        <c:axId val="162364032"/>
        <c:scaling>
          <c:orientation val="minMax"/>
          <c:max val="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362496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المسند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ورقة1!$B$2:$B$3</c:f>
              <c:numCache>
                <c:formatCode>General</c:formatCode>
                <c:ptCount val="2"/>
                <c:pt idx="0">
                  <c:v>908</c:v>
                </c:pt>
                <c:pt idx="1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5B-4307-A276-F81CD8345B75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المنفذ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ورقة1!$C$2:$C$3</c:f>
              <c:numCache>
                <c:formatCode>General</c:formatCode>
                <c:ptCount val="2"/>
                <c:pt idx="0">
                  <c:v>809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5B-4307-A276-F81CD8345B75}"/>
            </c:ext>
          </c:extLst>
        </c:ser>
        <c:ser>
          <c:idx val="2"/>
          <c:order val="2"/>
          <c:tx>
            <c:strRef>
              <c:f>ورقة1!$D$1</c:f>
              <c:strCache>
                <c:ptCount val="1"/>
                <c:pt idx="0">
                  <c:v>جاري 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ورقة1!$D$2:$D$3</c:f>
              <c:numCache>
                <c:formatCode>General</c:formatCode>
                <c:ptCount val="2"/>
                <c:pt idx="0">
                  <c:v>47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5B-4307-A276-F81CD8345B75}"/>
            </c:ext>
          </c:extLst>
        </c:ser>
        <c:ser>
          <c:idx val="3"/>
          <c:order val="3"/>
          <c:tx>
            <c:strRef>
              <c:f>ورقة1!$E$1</c:f>
              <c:strCache>
                <c:ptCount val="1"/>
                <c:pt idx="0">
                  <c:v>لم يبدأ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ورقة1!$A$2:$A$3</c:f>
              <c:strCache>
                <c:ptCount val="2"/>
                <c:pt idx="0">
                  <c:v>التوصيلات</c:v>
                </c:pt>
                <c:pt idx="1">
                  <c:v>المشاريع</c:v>
                </c:pt>
              </c:strCache>
            </c:strRef>
          </c:cat>
          <c:val>
            <c:numRef>
              <c:f>ورقة1!$E$2:$E$3</c:f>
              <c:numCache>
                <c:formatCode>General</c:formatCode>
                <c:ptCount val="2"/>
                <c:pt idx="0">
                  <c:v>36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5B-4307-A276-F81CD8345B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162269440"/>
        <c:axId val="162287616"/>
      </c:barChart>
      <c:catAx>
        <c:axId val="162269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287616"/>
        <c:crosses val="autoZero"/>
        <c:auto val="1"/>
        <c:lblAlgn val="ctr"/>
        <c:lblOffset val="100"/>
        <c:noMultiLvlLbl val="0"/>
      </c:catAx>
      <c:valAx>
        <c:axId val="1622876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226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الإشعارات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FB38-4C63-9C2D-946F799641D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B38-4C63-9C2D-946F799641D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FB38-4C63-9C2D-946F799641D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B38-4C63-9C2D-946F799641D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FB38-4C63-9C2D-946F799641D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290D-4E15-B65F-108F4DC79D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عدد التصاريح </c:v>
                </c:pt>
                <c:pt idx="1">
                  <c:v>تم الإصدار</c:v>
                </c:pt>
                <c:pt idx="2">
                  <c:v>قيد التنسيق</c:v>
                </c:pt>
                <c:pt idx="3">
                  <c:v>لايتطلب</c:v>
                </c:pt>
                <c:pt idx="4">
                  <c:v>لم يتم الإدخال</c:v>
                </c:pt>
                <c:pt idx="5">
                  <c:v>ملغي</c:v>
                </c:pt>
                <c:pt idx="6">
                  <c:v>بانتظار السداد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1153</c:v>
                </c:pt>
                <c:pt idx="1">
                  <c:v>247</c:v>
                </c:pt>
                <c:pt idx="2">
                  <c:v>19</c:v>
                </c:pt>
                <c:pt idx="3">
                  <c:v>854</c:v>
                </c:pt>
                <c:pt idx="4">
                  <c:v>8</c:v>
                </c:pt>
                <c:pt idx="5">
                  <c:v>6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38-4C63-9C2D-946F799641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64317824"/>
        <c:axId val="164323712"/>
      </c:barChart>
      <c:catAx>
        <c:axId val="1643178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23712"/>
        <c:crosses val="autoZero"/>
        <c:auto val="1"/>
        <c:lblAlgn val="ctr"/>
        <c:lblOffset val="100"/>
        <c:noMultiLvlLbl val="1"/>
      </c:catAx>
      <c:valAx>
        <c:axId val="1643237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1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سلسلة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ورقة1!$A$2:$A$4</c:f>
              <c:strCache>
                <c:ptCount val="3"/>
                <c:pt idx="0">
                  <c:v>شبكات</c:v>
                </c:pt>
                <c:pt idx="1">
                  <c:v>محطات</c:v>
                </c:pt>
                <c:pt idx="2">
                  <c:v>عمليات</c:v>
                </c:pt>
              </c:strCache>
            </c:strRef>
          </c:cat>
          <c:val>
            <c:numRef>
              <c:f>ورقة1!$B$2:$B$4</c:f>
              <c:numCache>
                <c:formatCode>General</c:formatCode>
                <c:ptCount val="3"/>
                <c:pt idx="0">
                  <c:v>238</c:v>
                </c:pt>
                <c:pt idx="1">
                  <c:v>57</c:v>
                </c:pt>
                <c:pt idx="2">
                  <c:v>605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91-4767-9AED-5F2E95BFF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327808"/>
        <c:axId val="164619008"/>
      </c:barChart>
      <c:catAx>
        <c:axId val="164327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19008"/>
        <c:crosses val="autoZero"/>
        <c:auto val="1"/>
        <c:lblAlgn val="ctr"/>
        <c:lblOffset val="100"/>
        <c:noMultiLvlLbl val="0"/>
      </c:catAx>
      <c:valAx>
        <c:axId val="16461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2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الإشعارات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الهاجدية</c:v>
                </c:pt>
                <c:pt idx="1">
                  <c:v>العجيمي</c:v>
                </c:pt>
                <c:pt idx="2">
                  <c:v>دار العقيلي</c:v>
                </c:pt>
                <c:pt idx="3">
                  <c:v>منيف النهدى</c:v>
                </c:pt>
                <c:pt idx="4">
                  <c:v>منصور المساعد</c:v>
                </c:pt>
                <c:pt idx="5">
                  <c:v>رؤي الانشاء</c:v>
                </c:pt>
                <c:pt idx="6">
                  <c:v>المضايفي</c:v>
                </c:pt>
                <c:pt idx="7">
                  <c:v>سفر آل زايد</c:v>
                </c:pt>
                <c:pt idx="8">
                  <c:v>دلتا</c:v>
                </c:pt>
                <c:pt idx="9">
                  <c:v>افق البنية</c:v>
                </c:pt>
                <c:pt idx="10">
                  <c:v>العالمية</c:v>
                </c:pt>
                <c:pt idx="11">
                  <c:v>الجوان</c:v>
                </c:pt>
                <c:pt idx="12">
                  <c:v>الشعاع الصاعد</c:v>
                </c:pt>
                <c:pt idx="13">
                  <c:v>افق الحجاز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</c:v>
                </c:pt>
                <c:pt idx="1">
                  <c:v>11</c:v>
                </c:pt>
                <c:pt idx="2">
                  <c:v>229</c:v>
                </c:pt>
                <c:pt idx="3">
                  <c:v>11</c:v>
                </c:pt>
                <c:pt idx="4">
                  <c:v>34</c:v>
                </c:pt>
                <c:pt idx="5">
                  <c:v>6</c:v>
                </c:pt>
                <c:pt idx="6">
                  <c:v>13</c:v>
                </c:pt>
                <c:pt idx="7">
                  <c:v>61</c:v>
                </c:pt>
                <c:pt idx="8">
                  <c:v>14</c:v>
                </c:pt>
                <c:pt idx="9">
                  <c:v>41</c:v>
                </c:pt>
                <c:pt idx="10">
                  <c:v>371</c:v>
                </c:pt>
                <c:pt idx="11">
                  <c:v>2</c:v>
                </c:pt>
                <c:pt idx="12">
                  <c:v>51</c:v>
                </c:pt>
                <c:pt idx="1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9-4991-A8E1-EE90B51BA4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64786560"/>
        <c:axId val="164788096"/>
      </c:barChart>
      <c:catAx>
        <c:axId val="1647865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164788096"/>
        <c:crosses val="autoZero"/>
        <c:auto val="1"/>
        <c:lblAlgn val="ctr"/>
        <c:lblOffset val="100"/>
        <c:noMultiLvlLbl val="1"/>
      </c:catAx>
      <c:valAx>
        <c:axId val="16478809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64786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العدد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E5-4C53-A835-AF96A1725897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E5-4C53-A835-AF96A172589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E5-4C53-A835-AF96A172589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E5-4C53-A835-AF96A172589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طارئ</c:v>
                </c:pt>
                <c:pt idx="1">
                  <c:v>مجدول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819</c:v>
                </c:pt>
                <c:pt idx="1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E5-4C53-A835-AF96A17258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الإشعارات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مايو</c:v>
                </c:pt>
                <c:pt idx="1">
                  <c:v>يونيو</c:v>
                </c:pt>
                <c:pt idx="2">
                  <c:v>يوليو</c:v>
                </c:pt>
                <c:pt idx="3">
                  <c:v>أغسطس</c:v>
                </c:pt>
                <c:pt idx="4">
                  <c:v>سبتمبر</c:v>
                </c:pt>
                <c:pt idx="5">
                  <c:v>أكتوبر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159</c:v>
                </c:pt>
                <c:pt idx="1">
                  <c:v>135</c:v>
                </c:pt>
                <c:pt idx="2">
                  <c:v>201</c:v>
                </c:pt>
                <c:pt idx="3">
                  <c:v>175</c:v>
                </c:pt>
                <c:pt idx="4">
                  <c:v>161</c:v>
                </c:pt>
                <c:pt idx="5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F3-4F57-90C9-9EE76B35F7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5"/>
        <c:axId val="164844672"/>
        <c:axId val="164846208"/>
      </c:barChart>
      <c:catAx>
        <c:axId val="164844672"/>
        <c:scaling>
          <c:orientation val="minMax"/>
        </c:scaling>
        <c:delete val="0"/>
        <c:axPos val="b"/>
        <c:majorGridlines/>
        <c:minorGridlines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164846208"/>
        <c:crosses val="autoZero"/>
        <c:auto val="1"/>
        <c:lblAlgn val="ctr"/>
        <c:lblOffset val="100"/>
        <c:noMultiLvlLbl val="1"/>
      </c:catAx>
      <c:valAx>
        <c:axId val="16484620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64844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894892377227325"/>
          <c:y val="0.13579325850625976"/>
          <c:w val="0.79298146579517292"/>
          <c:h val="0.7749373760519000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تم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اعتماد كميات التنفيذ</c:v>
                </c:pt>
                <c:pt idx="1">
                  <c:v>المستخلص</c:v>
                </c:pt>
                <c:pt idx="2">
                  <c:v>أمر الشراء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571</c:v>
                </c:pt>
                <c:pt idx="1">
                  <c:v>131</c:v>
                </c:pt>
                <c:pt idx="2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3C-4765-A4EA-11FD4EF9E8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لم يتم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اعتماد كميات التنفيذ</c:v>
                </c:pt>
                <c:pt idx="1">
                  <c:v>المستخلص</c:v>
                </c:pt>
                <c:pt idx="2">
                  <c:v>أمر الشراء 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329</c:v>
                </c:pt>
                <c:pt idx="1">
                  <c:v>769</c:v>
                </c:pt>
                <c:pt idx="2">
                  <c:v>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3C-4765-A4EA-11FD4EF9E8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64973568"/>
        <c:axId val="164995840"/>
      </c:barChart>
      <c:catAx>
        <c:axId val="1649735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164995840"/>
        <c:crosses val="autoZero"/>
        <c:auto val="1"/>
        <c:lblAlgn val="ctr"/>
        <c:lblOffset val="100"/>
        <c:noMultiLvlLbl val="1"/>
      </c:catAx>
      <c:valAx>
        <c:axId val="164995840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64973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1048994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7FF95D3-A1F6-4AC5-A770-260FA4BF9E23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9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104899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9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104899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CFFC651-8D0F-4D20-8EBD-8A5D8D338A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B687D-681F-4392-8D62-EA61366DB949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021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B687D-681F-4392-8D62-EA61366DB94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122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B687D-681F-4392-8D62-EA61366DB949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938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BDC2D-1D45-53CE-3D05-59D0F9D2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3BB37-B0ED-6A06-BB24-C323A642D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44312-493D-53BD-D052-C531EFF81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C94AF-3AD6-5FC6-CCD2-5C34C7868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B687D-681F-4392-8D62-EA61366DB949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032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B687D-681F-4392-8D62-EA61366DB949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122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1433-7160-BCAF-3580-92C2E852B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FD86B-425C-C0E1-951B-798BEDF89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14605-7352-E87E-834E-D6B9DC3FE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082DF-C053-988F-6D45-FE5701022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B687D-681F-4392-8D62-EA61366DB949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230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70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04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76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95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32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14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59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79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337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46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59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80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54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00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4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1433-7160-BCAF-3580-92C2E852B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FD86B-425C-C0E1-951B-798BEDF89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14605-7352-E87E-834E-D6B9DC3FE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082DF-C053-988F-6D45-FE5701022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B687D-681F-4392-8D62-EA61366DB949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2308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956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807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34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01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552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337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06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712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730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515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DA085-1654-4E4E-8943-74F9F9F20EE8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38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3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9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5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6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7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7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7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7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7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7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8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81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8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83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8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8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8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4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4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4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8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8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9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9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9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58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959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6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7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4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9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9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jpeg"/><Relationship Id="rId7" Type="http://schemas.openxmlformats.org/officeDocument/2006/relationships/image" Target="../media/image66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jpeg"/><Relationship Id="rId7" Type="http://schemas.openxmlformats.org/officeDocument/2006/relationships/image" Target="../media/image66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jpeg"/><Relationship Id="rId7" Type="http://schemas.openxmlformats.org/officeDocument/2006/relationships/image" Target="../media/image66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69.png"/><Relationship Id="rId7" Type="http://schemas.openxmlformats.org/officeDocument/2006/relationships/image" Target="../media/image73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jpeg"/><Relationship Id="rId7" Type="http://schemas.openxmlformats.org/officeDocument/2006/relationships/image" Target="../media/image66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1380-250C-F830-E2D3-B1CEC60B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200F1B61-E1B3-4FC8-856A-77ED5364AF3A}"/>
              </a:ext>
            </a:extLst>
          </p:cNvPr>
          <p:cNvGrpSpPr/>
          <p:nvPr/>
        </p:nvGrpSpPr>
        <p:grpSpPr>
          <a:xfrm>
            <a:off x="0" y="20320"/>
            <a:ext cx="12192000" cy="6858000"/>
            <a:chOff x="0" y="0"/>
            <a:chExt cx="12192000" cy="6858000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3C9A5C1B-2DEC-CD72-685D-7AB0147948A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16" y="6223355"/>
              <a:ext cx="1427861" cy="437832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C8497C74-FC59-FF89-C0B4-3171BB60F7E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A7747F68-1E21-E790-F096-34A149A06FF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9137" y="4507738"/>
              <a:ext cx="162051" cy="162051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853CA2AE-6D59-6638-B025-CBA69168809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6820" y="6466611"/>
              <a:ext cx="105917" cy="105930"/>
            </a:xfrm>
            <a:prstGeom prst="rect">
              <a:avLst/>
            </a:prstGeom>
          </p:spPr>
        </p:pic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128B37F5-6FFC-0F53-3E83-C204931E24BE}"/>
                </a:ext>
              </a:extLst>
            </p:cNvPr>
            <p:cNvSpPr/>
            <p:nvPr/>
          </p:nvSpPr>
          <p:spPr>
            <a:xfrm>
              <a:off x="1072857" y="466979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79">
                  <a:moveTo>
                    <a:pt x="148374" y="0"/>
                  </a:moveTo>
                  <a:lnTo>
                    <a:pt x="101473" y="7563"/>
                  </a:lnTo>
                  <a:lnTo>
                    <a:pt x="60742" y="28622"/>
                  </a:lnTo>
                  <a:lnTo>
                    <a:pt x="28625" y="60734"/>
                  </a:lnTo>
                  <a:lnTo>
                    <a:pt x="7563" y="101453"/>
                  </a:lnTo>
                  <a:lnTo>
                    <a:pt x="0" y="148336"/>
                  </a:lnTo>
                  <a:lnTo>
                    <a:pt x="7563" y="195218"/>
                  </a:lnTo>
                  <a:lnTo>
                    <a:pt x="28625" y="235937"/>
                  </a:lnTo>
                  <a:lnTo>
                    <a:pt x="60742" y="268049"/>
                  </a:lnTo>
                  <a:lnTo>
                    <a:pt x="101473" y="289108"/>
                  </a:lnTo>
                  <a:lnTo>
                    <a:pt x="148374" y="296672"/>
                  </a:lnTo>
                  <a:lnTo>
                    <a:pt x="195256" y="289108"/>
                  </a:lnTo>
                  <a:lnTo>
                    <a:pt x="235975" y="268049"/>
                  </a:lnTo>
                  <a:lnTo>
                    <a:pt x="268087" y="235937"/>
                  </a:lnTo>
                  <a:lnTo>
                    <a:pt x="289146" y="195218"/>
                  </a:lnTo>
                  <a:lnTo>
                    <a:pt x="296710" y="148336"/>
                  </a:lnTo>
                  <a:lnTo>
                    <a:pt x="289146" y="101453"/>
                  </a:lnTo>
                  <a:lnTo>
                    <a:pt x="268087" y="60734"/>
                  </a:lnTo>
                  <a:lnTo>
                    <a:pt x="235975" y="28622"/>
                  </a:lnTo>
                  <a:lnTo>
                    <a:pt x="195256" y="7563"/>
                  </a:lnTo>
                  <a:lnTo>
                    <a:pt x="148374" y="0"/>
                  </a:lnTo>
                  <a:close/>
                </a:path>
              </a:pathLst>
            </a:custGeom>
            <a:solidFill>
              <a:srgbClr val="FFFFFF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11">
              <a:extLst>
                <a:ext uri="{FF2B5EF4-FFF2-40B4-BE49-F238E27FC236}">
                  <a16:creationId xmlns:a16="http://schemas.microsoft.com/office/drawing/2014/main" id="{6E46AF01-B5C9-55C8-FBB9-A3B9255F571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4152" y="4913503"/>
              <a:ext cx="105918" cy="105918"/>
            </a:xfrm>
            <a:prstGeom prst="rect">
              <a:avLst/>
            </a:prstGeom>
          </p:spPr>
        </p:pic>
      </p:grpSp>
      <p:pic>
        <p:nvPicPr>
          <p:cNvPr id="20" name="رسم 8">
            <a:extLst>
              <a:ext uri="{FF2B5EF4-FFF2-40B4-BE49-F238E27FC236}">
                <a16:creationId xmlns:a16="http://schemas.microsoft.com/office/drawing/2014/main" id="{3C7B60BB-A120-6124-8B15-D26A8378DD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075" y="163264"/>
            <a:ext cx="2297923" cy="929899"/>
          </a:xfrm>
          <a:prstGeom prst="rect">
            <a:avLst/>
          </a:prstGeom>
        </p:spPr>
      </p:pic>
      <p:sp>
        <p:nvSpPr>
          <p:cNvPr id="28" name="TextBox 5">
            <a:extLst>
              <a:ext uri="{FF2B5EF4-FFF2-40B4-BE49-F238E27FC236}">
                <a16:creationId xmlns:a16="http://schemas.microsoft.com/office/drawing/2014/main" id="{26A75C08-20A0-C452-D3A2-A9E85C2E61C8}"/>
              </a:ext>
            </a:extLst>
          </p:cNvPr>
          <p:cNvSpPr txBox="1"/>
          <p:nvPr/>
        </p:nvSpPr>
        <p:spPr>
          <a:xfrm>
            <a:off x="2273692" y="2963562"/>
            <a:ext cx="7644613" cy="8965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>
              <a:lnSpc>
                <a:spcPts val="7370"/>
              </a:lnSpc>
            </a:pPr>
            <a:r>
              <a:rPr lang="ar-SA" sz="2800" b="1" dirty="0">
                <a:solidFill>
                  <a:schemeClr val="bg1"/>
                </a:solidFill>
                <a:ea typeface="+mn-lt"/>
                <a:cs typeface="+mj-cs"/>
                <a:sym typeface="Amiri Bold"/>
              </a:rPr>
              <a:t>تقرير </a:t>
            </a:r>
            <a:r>
              <a:rPr lang="ar-EG" sz="2800" b="1" dirty="0">
                <a:solidFill>
                  <a:schemeClr val="bg1"/>
                </a:solidFill>
                <a:ea typeface="+mn-lt"/>
                <a:cs typeface="+mj-cs"/>
                <a:sym typeface="Amiri Bold"/>
              </a:rPr>
              <a:t>أ</a:t>
            </a:r>
            <a:r>
              <a:rPr lang="ar-SA" sz="2800" b="1" dirty="0">
                <a:solidFill>
                  <a:schemeClr val="bg1"/>
                </a:solidFill>
                <a:ea typeface="+mn-lt"/>
                <a:cs typeface="+mj-cs"/>
                <a:sym typeface="Amiri Bold"/>
              </a:rPr>
              <a:t>عمال المؤقتات والمولدات </a:t>
            </a:r>
            <a:endParaRPr lang="en-US" sz="28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42" name="object 7">
            <a:extLst>
              <a:ext uri="{FF2B5EF4-FFF2-40B4-BE49-F238E27FC236}">
                <a16:creationId xmlns:a16="http://schemas.microsoft.com/office/drawing/2014/main" id="{DA6F83E2-4E4D-3608-1204-F364A1D17D94}"/>
              </a:ext>
            </a:extLst>
          </p:cNvPr>
          <p:cNvSpPr/>
          <p:nvPr/>
        </p:nvSpPr>
        <p:spPr>
          <a:xfrm>
            <a:off x="-1" y="6365107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12192000" h="405129">
                <a:moveTo>
                  <a:pt x="12192000" y="0"/>
                </a:moveTo>
                <a:lnTo>
                  <a:pt x="0" y="0"/>
                </a:lnTo>
                <a:lnTo>
                  <a:pt x="0" y="405041"/>
                </a:lnTo>
                <a:lnTo>
                  <a:pt x="12192000" y="40504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914D"/>
          </a:solidFill>
        </p:spPr>
        <p:txBody>
          <a:bodyPr wrap="square" lIns="0" tIns="0" rIns="0" bIns="0" rtlCol="0"/>
          <a:lstStyle/>
          <a:p>
            <a:pPr marL="0" algn="r" defTabSz="457200" rtl="1" eaLnBrk="1" latinLnBrk="0" hangingPunct="1"/>
            <a:endParaRPr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5CBD702-C3D9-98CA-824C-2F1A1BB383E0}"/>
              </a:ext>
            </a:extLst>
          </p:cNvPr>
          <p:cNvSpPr txBox="1"/>
          <p:nvPr/>
        </p:nvSpPr>
        <p:spPr>
          <a:xfrm>
            <a:off x="3290046" y="1919041"/>
            <a:ext cx="5100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9BBE53"/>
                </a:solidFill>
                <a:latin typeface="Arial" pitchFamily="34" charset="0"/>
                <a:ea typeface="Arial" pitchFamily="34" charset="-122"/>
                <a:cs typeface="+mj-cs"/>
              </a:rPr>
              <a:t>إدارة مشاريع التوزيع </a:t>
            </a:r>
            <a:r>
              <a:rPr lang="ar-SA" sz="3600" b="1" dirty="0">
                <a:solidFill>
                  <a:srgbClr val="9BBE53"/>
                </a:solidFill>
                <a:latin typeface="Arial" pitchFamily="34" charset="0"/>
                <a:ea typeface="Arial" pitchFamily="34" charset="-122"/>
                <a:cs typeface="+mj-cs"/>
              </a:rPr>
              <a:t>بمكة </a:t>
            </a:r>
            <a:endParaRPr lang="en-US" sz="3600" b="1" dirty="0">
              <a:cs typeface="+mj-cs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0B1F65A-B3CA-4B32-9E3C-651FC938A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008004"/>
                </a:solidFill>
                <a:latin typeface="Calibri" panose="020F0502020204030204" pitchFamily="34" charset="0"/>
              </a:rPr>
              <a:t>Public Internal - </a:t>
            </a:r>
            <a:r>
              <a:rPr lang="ar-SA" sz="1000">
                <a:solidFill>
                  <a:srgbClr val="008004"/>
                </a:solidFill>
                <a:latin typeface="Calibri" panose="020F0502020204030204" pitchFamily="34" charset="0"/>
              </a:rPr>
              <a:t>عام (داخلي) </a:t>
            </a:r>
          </a:p>
        </p:txBody>
      </p:sp>
    </p:spTree>
    <p:extLst>
      <p:ext uri="{BB962C8B-B14F-4D97-AF65-F5344CB8AC3E}">
        <p14:creationId xmlns:p14="http://schemas.microsoft.com/office/powerpoint/2010/main" val="944573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FCF9-A88A-0431-0146-19F7D833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5">
            <a:extLst>
              <a:ext uri="{FF2B5EF4-FFF2-40B4-BE49-F238E27FC236}">
                <a16:creationId xmlns:a16="http://schemas.microsoft.com/office/drawing/2014/main" id="{6AF61592-A83B-701E-A1C7-A8DFF73658D5}"/>
              </a:ext>
            </a:extLst>
          </p:cNvPr>
          <p:cNvSpPr txBox="1"/>
          <p:nvPr/>
        </p:nvSpPr>
        <p:spPr>
          <a:xfrm>
            <a:off x="7707086" y="-200709"/>
            <a:ext cx="4159920" cy="8767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rtl="1">
              <a:lnSpc>
                <a:spcPts val="7370"/>
              </a:lnSpc>
            </a:pPr>
            <a:r>
              <a:rPr lang="ar-SA" sz="2100" b="1" dirty="0">
                <a:solidFill>
                  <a:schemeClr val="bg1"/>
                </a:solidFill>
                <a:ea typeface="+mn-lt"/>
                <a:cs typeface="+mj-cs"/>
                <a:sym typeface="Amiri Bold"/>
              </a:rPr>
              <a:t>الملاحظات المرصودة والاجراء التصحيحي</a:t>
            </a:r>
            <a:endParaRPr lang="en-US" sz="21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4E80D71-9C4D-0609-A289-594E9E7DD4CA}"/>
              </a:ext>
            </a:extLst>
          </p:cNvPr>
          <p:cNvSpPr txBox="1"/>
          <p:nvPr/>
        </p:nvSpPr>
        <p:spPr>
          <a:xfrm>
            <a:off x="6583680" y="207570"/>
            <a:ext cx="5212080" cy="3570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 rtl="1"/>
            <a:r>
              <a:rPr lang="ar-SA" sz="2200" b="1" dirty="0">
                <a:solidFill>
                  <a:srgbClr val="123F6C"/>
                </a:solidFill>
                <a:latin typeface="Arial"/>
                <a:cs typeface="Arial"/>
              </a:rPr>
              <a:t>تقرير ملاحظات المؤقتات والمولدات</a:t>
            </a:r>
          </a:p>
        </p:txBody>
      </p:sp>
      <p:grpSp>
        <p:nvGrpSpPr>
          <p:cNvPr id="2" name="مجموعة 8">
            <a:extLst>
              <a:ext uri="{FF2B5EF4-FFF2-40B4-BE49-F238E27FC236}">
                <a16:creationId xmlns:a16="http://schemas.microsoft.com/office/drawing/2014/main" id="{29000C9D-A62D-8C08-14F1-A938B44AA0B8}"/>
              </a:ext>
            </a:extLst>
          </p:cNvPr>
          <p:cNvGrpSpPr/>
          <p:nvPr/>
        </p:nvGrpSpPr>
        <p:grpSpPr>
          <a:xfrm>
            <a:off x="253908" y="52527"/>
            <a:ext cx="1865514" cy="512064"/>
            <a:chOff x="1688812" y="91440"/>
            <a:chExt cx="1865514" cy="512064"/>
          </a:xfrm>
        </p:grpSpPr>
        <p:pic>
          <p:nvPicPr>
            <p:cNvPr id="10" name="Picture 3" descr="pdc_logo.png">
              <a:extLst>
                <a:ext uri="{FF2B5EF4-FFF2-40B4-BE49-F238E27FC236}">
                  <a16:creationId xmlns:a16="http://schemas.microsoft.com/office/drawing/2014/main" id="{E3683A10-9B76-6A28-BFE9-062FC2B82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812" y="109728"/>
              <a:ext cx="1072678" cy="475488"/>
            </a:xfrm>
            <a:prstGeom prst="rect">
              <a:avLst/>
            </a:prstGeom>
          </p:spPr>
        </p:pic>
        <p:pic>
          <p:nvPicPr>
            <p:cNvPr id="12" name="Picture 4" descr="sec_logo.png">
              <a:extLst>
                <a:ext uri="{FF2B5EF4-FFF2-40B4-BE49-F238E27FC236}">
                  <a16:creationId xmlns:a16="http://schemas.microsoft.com/office/drawing/2014/main" id="{B56478FF-0DF5-80D8-65A7-13B70E924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1004" y="91440"/>
              <a:ext cx="583322" cy="512064"/>
            </a:xfrm>
            <a:prstGeom prst="rect">
              <a:avLst/>
            </a:prstGeom>
          </p:spPr>
        </p:pic>
      </p:grpSp>
      <p:sp>
        <p:nvSpPr>
          <p:cNvPr id="15" name="Rectangle 24">
            <a:extLst>
              <a:ext uri="{FF2B5EF4-FFF2-40B4-BE49-F238E27FC236}">
                <a16:creationId xmlns:a16="http://schemas.microsoft.com/office/drawing/2014/main" id="{1A3E32AD-E55B-162B-D62B-AD6404A79D9D}"/>
              </a:ext>
            </a:extLst>
          </p:cNvPr>
          <p:cNvSpPr/>
          <p:nvPr/>
        </p:nvSpPr>
        <p:spPr>
          <a:xfrm>
            <a:off x="9326648" y="948215"/>
            <a:ext cx="2095499" cy="440333"/>
          </a:xfrm>
          <a:prstGeom prst="rect">
            <a:avLst/>
          </a:prstGeom>
          <a:solidFill>
            <a:srgbClr val="1C3D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dirty="0"/>
              <a:t>عدد المواقع الحالية</a:t>
            </a: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74B43CA5-F8B7-2681-C65F-FCC45C47F175}"/>
              </a:ext>
            </a:extLst>
          </p:cNvPr>
          <p:cNvSpPr/>
          <p:nvPr/>
        </p:nvSpPr>
        <p:spPr>
          <a:xfrm>
            <a:off x="9326648" y="1388547"/>
            <a:ext cx="2095499" cy="836475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400" dirty="0">
                <a:solidFill>
                  <a:schemeClr val="tx2"/>
                </a:solidFill>
              </a:rPr>
              <a:t>0</a:t>
            </a:r>
            <a:endParaRPr sz="2400" dirty="0">
              <a:solidFill>
                <a:schemeClr val="tx2"/>
              </a:solidFill>
            </a:endParaRPr>
          </a:p>
        </p:txBody>
      </p:sp>
      <p:sp>
        <p:nvSpPr>
          <p:cNvPr id="19" name="Rectangle 24">
            <a:extLst>
              <a:ext uri="{FF2B5EF4-FFF2-40B4-BE49-F238E27FC236}">
                <a16:creationId xmlns:a16="http://schemas.microsoft.com/office/drawing/2014/main" id="{DB1703C3-9661-C590-E4FF-A394A8D95C4F}"/>
              </a:ext>
            </a:extLst>
          </p:cNvPr>
          <p:cNvSpPr/>
          <p:nvPr/>
        </p:nvSpPr>
        <p:spPr>
          <a:xfrm>
            <a:off x="6328773" y="948216"/>
            <a:ext cx="2095499" cy="440333"/>
          </a:xfrm>
          <a:prstGeom prst="rect">
            <a:avLst/>
          </a:prstGeom>
          <a:solidFill>
            <a:srgbClr val="1C3D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dirty="0"/>
              <a:t>عدد المواقع المغلقة</a:t>
            </a:r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D3AAD34A-0F20-F474-7C42-F06B456AB727}"/>
              </a:ext>
            </a:extLst>
          </p:cNvPr>
          <p:cNvSpPr/>
          <p:nvPr/>
        </p:nvSpPr>
        <p:spPr>
          <a:xfrm>
            <a:off x="6328773" y="1388548"/>
            <a:ext cx="2095499" cy="836475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400" noProof="0" dirty="0">
                <a:solidFill>
                  <a:schemeClr val="tx2"/>
                </a:solidFill>
              </a:rPr>
              <a:t>0</a:t>
            </a:r>
            <a:endParaRPr lang="en-US" sz="2400" noProof="0" dirty="0">
              <a:solidFill>
                <a:schemeClr val="tx2"/>
              </a:solidFill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E4B12E6A-26B1-E1C0-1AB5-54CEF3816153}"/>
              </a:ext>
            </a:extLst>
          </p:cNvPr>
          <p:cNvSpPr/>
          <p:nvPr/>
        </p:nvSpPr>
        <p:spPr>
          <a:xfrm>
            <a:off x="3634378" y="948213"/>
            <a:ext cx="2095499" cy="440333"/>
          </a:xfrm>
          <a:prstGeom prst="rect">
            <a:avLst/>
          </a:prstGeom>
          <a:solidFill>
            <a:srgbClr val="1C3D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dirty="0"/>
              <a:t>الكابلات المؤقتة</a:t>
            </a: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E1719B59-5334-D9EF-AD25-233F982FCF2C}"/>
              </a:ext>
            </a:extLst>
          </p:cNvPr>
          <p:cNvSpPr/>
          <p:nvPr/>
        </p:nvSpPr>
        <p:spPr>
          <a:xfrm>
            <a:off x="3634378" y="1388545"/>
            <a:ext cx="2095499" cy="836475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400" b="1" noProof="0" dirty="0">
                <a:solidFill>
                  <a:schemeClr val="tx2"/>
                </a:solidFill>
                <a:cs typeface="+mj-cs"/>
              </a:rPr>
              <a:t>0</a:t>
            </a:r>
            <a:endParaRPr lang="en-US" sz="2400" b="1" noProof="0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0A92624E-DCCC-7170-FCF8-7BA98E8AE079}"/>
              </a:ext>
            </a:extLst>
          </p:cNvPr>
          <p:cNvSpPr/>
          <p:nvPr/>
        </p:nvSpPr>
        <p:spPr>
          <a:xfrm>
            <a:off x="636503" y="948214"/>
            <a:ext cx="2095499" cy="440333"/>
          </a:xfrm>
          <a:prstGeom prst="rect">
            <a:avLst/>
          </a:prstGeom>
          <a:solidFill>
            <a:srgbClr val="1C3D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dirty="0"/>
              <a:t>المولدات الاجمالي</a:t>
            </a: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F05E6259-4618-3AD5-1234-1AB2190FA35F}"/>
              </a:ext>
            </a:extLst>
          </p:cNvPr>
          <p:cNvSpPr/>
          <p:nvPr/>
        </p:nvSpPr>
        <p:spPr>
          <a:xfrm>
            <a:off x="636503" y="1388546"/>
            <a:ext cx="2095499" cy="836475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400" noProof="0" dirty="0">
                <a:solidFill>
                  <a:schemeClr val="tx2"/>
                </a:solidFill>
              </a:rPr>
              <a:t>1</a:t>
            </a:r>
            <a:endParaRPr lang="en-US" sz="2400" noProof="0" dirty="0">
              <a:solidFill>
                <a:schemeClr val="tx2"/>
              </a:solidFill>
            </a:endParaRPr>
          </a:p>
        </p:txBody>
      </p:sp>
      <p:sp>
        <p:nvSpPr>
          <p:cNvPr id="31" name="Rounded Rectangle 44">
            <a:extLst>
              <a:ext uri="{FF2B5EF4-FFF2-40B4-BE49-F238E27FC236}">
                <a16:creationId xmlns:a16="http://schemas.microsoft.com/office/drawing/2014/main" id="{CBD8BB05-C152-DF5B-C6B2-B9C25D0AB1F7}"/>
              </a:ext>
            </a:extLst>
          </p:cNvPr>
          <p:cNvSpPr/>
          <p:nvPr/>
        </p:nvSpPr>
        <p:spPr>
          <a:xfrm>
            <a:off x="552450" y="2858892"/>
            <a:ext cx="11198585" cy="3618108"/>
          </a:xfrm>
          <a:prstGeom prst="roundRect">
            <a:avLst>
              <a:gd name="adj" fmla="val 12854"/>
            </a:avLst>
          </a:prstGeom>
          <a:solidFill>
            <a:srgbClr val="FFFFFF"/>
          </a:solidFill>
          <a:ln>
            <a:solidFill>
              <a:srgbClr val="E7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SA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35" name="مستطيل: زوايا مستديرة 34">
            <a:extLst>
              <a:ext uri="{FF2B5EF4-FFF2-40B4-BE49-F238E27FC236}">
                <a16:creationId xmlns:a16="http://schemas.microsoft.com/office/drawing/2014/main" id="{2A176BF7-E0A3-A44B-A929-0EF92BA14732}"/>
              </a:ext>
            </a:extLst>
          </p:cNvPr>
          <p:cNvSpPr/>
          <p:nvPr/>
        </p:nvSpPr>
        <p:spPr>
          <a:xfrm>
            <a:off x="2732002" y="2489404"/>
            <a:ext cx="7067550" cy="790825"/>
          </a:xfrm>
          <a:prstGeom prst="roundRect">
            <a:avLst>
              <a:gd name="adj" fmla="val 40390"/>
            </a:avLst>
          </a:prstGeom>
          <a:solidFill>
            <a:srgbClr val="FF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b="1" dirty="0">
                <a:solidFill>
                  <a:srgbClr val="182B40"/>
                </a:solidFill>
                <a:latin typeface="Almarai" pitchFamily="2" charset="-78"/>
                <a:cs typeface="Almarai" pitchFamily="2" charset="-78"/>
              </a:rPr>
              <a:t>أبرز ملاحظات </a:t>
            </a:r>
            <a:r>
              <a:rPr lang="ar-EG" sz="2800" b="1" dirty="0">
                <a:solidFill>
                  <a:srgbClr val="182B40"/>
                </a:solidFill>
                <a:latin typeface="Almarai" pitchFamily="2" charset="-78"/>
                <a:cs typeface="Almarai" pitchFamily="2" charset="-78"/>
              </a:rPr>
              <a:t>المؤقتات والمولدات </a:t>
            </a:r>
            <a:r>
              <a:rPr lang="ar-SA" sz="2800" b="1" dirty="0">
                <a:solidFill>
                  <a:srgbClr val="182B40"/>
                </a:solidFill>
                <a:latin typeface="Almarai" pitchFamily="2" charset="-78"/>
                <a:cs typeface="Almarai" pitchFamily="2" charset="-78"/>
              </a:rPr>
              <a:t>المرصودة في الموقع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6A0197-6FEB-2ACA-0256-0C5105E4FE85}"/>
              </a:ext>
            </a:extLst>
          </p:cNvPr>
          <p:cNvSpPr/>
          <p:nvPr/>
        </p:nvSpPr>
        <p:spPr>
          <a:xfrm>
            <a:off x="0" y="768096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9000" y="3500438"/>
            <a:ext cx="10533148" cy="440120"/>
          </a:xfrm>
          <a:prstGeom prst="rect">
            <a:avLst/>
          </a:prstGeom>
          <a:noFill/>
        </p:spPr>
        <p:txBody>
          <a:bodyPr wrap="square" lIns="9144" tIns="4572" rIns="9144" bIns="4572" anchor="ctr">
            <a:spAutoFit/>
          </a:bodyPr>
          <a:lstStyle/>
          <a:p>
            <a:pPr lvl="2" algn="r" rtl="1">
              <a:buFont typeface="Arial" pitchFamily="34" charset="0"/>
              <a:buChar char="•"/>
            </a:pPr>
            <a:r>
              <a:rPr lang="ar-EG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عدم وجود </a:t>
            </a:r>
            <a:r>
              <a:rPr lang="ar-EG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r>
              <a:rPr lang="ar-SA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شرطة تحذيري</a:t>
            </a:r>
            <a:r>
              <a:rPr lang="ar-EG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ة</a:t>
            </a:r>
            <a:r>
              <a:rPr lang="ar-SA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 حول المولدات</a:t>
            </a:r>
            <a:r>
              <a:rPr lang="ar-EG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 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783724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1380-250C-F830-E2D3-B1CEC60B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200F1B61-E1B3-4FC8-856A-77ED5364AF3A}"/>
              </a:ext>
            </a:extLst>
          </p:cNvPr>
          <p:cNvGrpSpPr/>
          <p:nvPr/>
        </p:nvGrpSpPr>
        <p:grpSpPr>
          <a:xfrm>
            <a:off x="0" y="20320"/>
            <a:ext cx="12192000" cy="6858000"/>
            <a:chOff x="0" y="0"/>
            <a:chExt cx="12192000" cy="6858000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3C9A5C1B-2DEC-CD72-685D-7AB0147948A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16" y="6223355"/>
              <a:ext cx="1427861" cy="437832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C8497C74-FC59-FF89-C0B4-3171BB60F7E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A7747F68-1E21-E790-F096-34A149A06FF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9137" y="4507738"/>
              <a:ext cx="162051" cy="162051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853CA2AE-6D59-6638-B025-CBA69168809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6820" y="6466611"/>
              <a:ext cx="105917" cy="105930"/>
            </a:xfrm>
            <a:prstGeom prst="rect">
              <a:avLst/>
            </a:prstGeom>
          </p:spPr>
        </p:pic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128B37F5-6FFC-0F53-3E83-C204931E24BE}"/>
                </a:ext>
              </a:extLst>
            </p:cNvPr>
            <p:cNvSpPr/>
            <p:nvPr/>
          </p:nvSpPr>
          <p:spPr>
            <a:xfrm>
              <a:off x="1072857" y="466979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79">
                  <a:moveTo>
                    <a:pt x="148374" y="0"/>
                  </a:moveTo>
                  <a:lnTo>
                    <a:pt x="101473" y="7563"/>
                  </a:lnTo>
                  <a:lnTo>
                    <a:pt x="60742" y="28622"/>
                  </a:lnTo>
                  <a:lnTo>
                    <a:pt x="28625" y="60734"/>
                  </a:lnTo>
                  <a:lnTo>
                    <a:pt x="7563" y="101453"/>
                  </a:lnTo>
                  <a:lnTo>
                    <a:pt x="0" y="148336"/>
                  </a:lnTo>
                  <a:lnTo>
                    <a:pt x="7563" y="195218"/>
                  </a:lnTo>
                  <a:lnTo>
                    <a:pt x="28625" y="235937"/>
                  </a:lnTo>
                  <a:lnTo>
                    <a:pt x="60742" y="268049"/>
                  </a:lnTo>
                  <a:lnTo>
                    <a:pt x="101473" y="289108"/>
                  </a:lnTo>
                  <a:lnTo>
                    <a:pt x="148374" y="296672"/>
                  </a:lnTo>
                  <a:lnTo>
                    <a:pt x="195256" y="289108"/>
                  </a:lnTo>
                  <a:lnTo>
                    <a:pt x="235975" y="268049"/>
                  </a:lnTo>
                  <a:lnTo>
                    <a:pt x="268087" y="235937"/>
                  </a:lnTo>
                  <a:lnTo>
                    <a:pt x="289146" y="195218"/>
                  </a:lnTo>
                  <a:lnTo>
                    <a:pt x="296710" y="148336"/>
                  </a:lnTo>
                  <a:lnTo>
                    <a:pt x="289146" y="101453"/>
                  </a:lnTo>
                  <a:lnTo>
                    <a:pt x="268087" y="60734"/>
                  </a:lnTo>
                  <a:lnTo>
                    <a:pt x="235975" y="28622"/>
                  </a:lnTo>
                  <a:lnTo>
                    <a:pt x="195256" y="7563"/>
                  </a:lnTo>
                  <a:lnTo>
                    <a:pt x="148374" y="0"/>
                  </a:lnTo>
                  <a:close/>
                </a:path>
              </a:pathLst>
            </a:custGeom>
            <a:solidFill>
              <a:srgbClr val="FFFFFF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11">
              <a:extLst>
                <a:ext uri="{FF2B5EF4-FFF2-40B4-BE49-F238E27FC236}">
                  <a16:creationId xmlns:a16="http://schemas.microsoft.com/office/drawing/2014/main" id="{6E46AF01-B5C9-55C8-FBB9-A3B9255F571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4152" y="4913503"/>
              <a:ext cx="105918" cy="105918"/>
            </a:xfrm>
            <a:prstGeom prst="rect">
              <a:avLst/>
            </a:prstGeom>
          </p:spPr>
        </p:pic>
      </p:grpSp>
      <p:pic>
        <p:nvPicPr>
          <p:cNvPr id="20" name="رسم 8">
            <a:extLst>
              <a:ext uri="{FF2B5EF4-FFF2-40B4-BE49-F238E27FC236}">
                <a16:creationId xmlns:a16="http://schemas.microsoft.com/office/drawing/2014/main" id="{3C7B60BB-A120-6124-8B15-D26A8378DD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075" y="163264"/>
            <a:ext cx="2297923" cy="929899"/>
          </a:xfrm>
          <a:prstGeom prst="rect">
            <a:avLst/>
          </a:prstGeom>
        </p:spPr>
      </p:pic>
      <p:sp>
        <p:nvSpPr>
          <p:cNvPr id="28" name="TextBox 5">
            <a:extLst>
              <a:ext uri="{FF2B5EF4-FFF2-40B4-BE49-F238E27FC236}">
                <a16:creationId xmlns:a16="http://schemas.microsoft.com/office/drawing/2014/main" id="{26A75C08-20A0-C452-D3A2-A9E85C2E61C8}"/>
              </a:ext>
            </a:extLst>
          </p:cNvPr>
          <p:cNvSpPr txBox="1"/>
          <p:nvPr/>
        </p:nvSpPr>
        <p:spPr>
          <a:xfrm>
            <a:off x="2540579" y="-11351"/>
            <a:ext cx="7644613" cy="8965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>
              <a:lnSpc>
                <a:spcPts val="7370"/>
              </a:lnSpc>
            </a:pPr>
            <a:r>
              <a:rPr lang="ar-SA" sz="2800" b="1" dirty="0">
                <a:solidFill>
                  <a:schemeClr val="bg1"/>
                </a:solidFill>
                <a:ea typeface="+mn-lt"/>
                <a:cs typeface="+mj-cs"/>
                <a:sym typeface="Amiri Bold"/>
              </a:rPr>
              <a:t>مراعاة  ملاحظات السلامة والجودة لأعمال المؤقتات</a:t>
            </a:r>
            <a:endParaRPr lang="en-US" sz="28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42" name="object 7">
            <a:extLst>
              <a:ext uri="{FF2B5EF4-FFF2-40B4-BE49-F238E27FC236}">
                <a16:creationId xmlns:a16="http://schemas.microsoft.com/office/drawing/2014/main" id="{DA6F83E2-4E4D-3608-1204-F364A1D17D94}"/>
              </a:ext>
            </a:extLst>
          </p:cNvPr>
          <p:cNvSpPr/>
          <p:nvPr/>
        </p:nvSpPr>
        <p:spPr>
          <a:xfrm>
            <a:off x="-1" y="6365107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12192000" h="405129">
                <a:moveTo>
                  <a:pt x="12192000" y="0"/>
                </a:moveTo>
                <a:lnTo>
                  <a:pt x="0" y="0"/>
                </a:lnTo>
                <a:lnTo>
                  <a:pt x="0" y="405041"/>
                </a:lnTo>
                <a:lnTo>
                  <a:pt x="12192000" y="40504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914D"/>
          </a:solidFill>
        </p:spPr>
        <p:txBody>
          <a:bodyPr wrap="square" lIns="0" tIns="0" rIns="0" bIns="0" rtlCol="0"/>
          <a:lstStyle/>
          <a:p>
            <a:pPr marL="0" algn="r" defTabSz="457200" rtl="1" eaLnBrk="1" latinLnBrk="0" hangingPunct="1"/>
            <a:endParaRPr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8243826-F80E-4981-A44C-F04F58006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253082"/>
              </p:ext>
            </p:extLst>
          </p:nvPr>
        </p:nvGraphicFramePr>
        <p:xfrm>
          <a:off x="1155032" y="1598201"/>
          <a:ext cx="10050850" cy="40792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270921">
                  <a:extLst>
                    <a:ext uri="{9D8B030D-6E8A-4147-A177-3AD203B41FA5}">
                      <a16:colId xmlns:a16="http://schemas.microsoft.com/office/drawing/2014/main" val="1793076639"/>
                    </a:ext>
                  </a:extLst>
                </a:gridCol>
                <a:gridCol w="779929">
                  <a:extLst>
                    <a:ext uri="{9D8B030D-6E8A-4147-A177-3AD203B41FA5}">
                      <a16:colId xmlns:a16="http://schemas.microsoft.com/office/drawing/2014/main" val="1719937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SA" dirty="0"/>
                        <a:t>ملاحظات السلامة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dirty="0"/>
                        <a:t>رقم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349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تأمين نقاط التوصيل بشكل آمن وصحيح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076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مطبات الحماية سليمة كافية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664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وجود اقفال السلامة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772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ar-SA" dirty="0">
                          <a:solidFill>
                            <a:schemeClr val="bg1"/>
                          </a:solidFill>
                        </a:rPr>
                        <a:t>وجود اقماع حماية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2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ar-SA" dirty="0">
                          <a:solidFill>
                            <a:schemeClr val="bg1"/>
                          </a:solidFill>
                        </a:rPr>
                        <a:t>وجود اشرطة تحذيرية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70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التأكد من تثبيت البراغي للمعدة بشكل صحيح</a:t>
                      </a:r>
                      <a:endParaRPr kumimoji="0" lang="ar-SA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+mn-lt"/>
                        <a:ea typeface="Roboto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525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ar-SA" dirty="0">
                          <a:solidFill>
                            <a:schemeClr val="bg1"/>
                          </a:solidFill>
                        </a:rPr>
                        <a:t>اغلاق منطقة العمل اذا تطلب الامر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94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dirty="0">
                          <a:solidFill>
                            <a:schemeClr val="bg1"/>
                          </a:solidFill>
                        </a:rPr>
                        <a:t>وضع الحواجز بالشكل المناسب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dirty="0">
                          <a:solidFill>
                            <a:schemeClr val="bg1"/>
                          </a:solidFill>
                        </a:rPr>
                        <a:t>إغلاق أبواب المحطات والكابين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22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dirty="0">
                          <a:solidFill>
                            <a:schemeClr val="bg1"/>
                          </a:solidFill>
                        </a:rPr>
                        <a:t>يمنع استخدام مصدر تغذية اخر في حالة عدم وجود مولد 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9322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77BDB-DE28-47B2-8716-9074C355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008004"/>
                </a:solidFill>
                <a:latin typeface="Calibri" panose="020F0502020204030204" pitchFamily="34" charset="0"/>
              </a:rPr>
              <a:t>Public Internal - </a:t>
            </a:r>
            <a:r>
              <a:rPr lang="ar-SA" sz="1000">
                <a:solidFill>
                  <a:srgbClr val="008004"/>
                </a:solidFill>
                <a:latin typeface="Calibri" panose="020F0502020204030204" pitchFamily="34" charset="0"/>
              </a:rPr>
              <a:t>عام (داخلي) </a:t>
            </a:r>
          </a:p>
        </p:txBody>
      </p:sp>
    </p:spTree>
    <p:extLst>
      <p:ext uri="{BB962C8B-B14F-4D97-AF65-F5344CB8AC3E}">
        <p14:creationId xmlns:p14="http://schemas.microsoft.com/office/powerpoint/2010/main" val="1954476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1380-250C-F830-E2D3-B1CEC60B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200F1B61-E1B3-4FC8-856A-77ED5364AF3A}"/>
              </a:ext>
            </a:extLst>
          </p:cNvPr>
          <p:cNvGrpSpPr/>
          <p:nvPr/>
        </p:nvGrpSpPr>
        <p:grpSpPr>
          <a:xfrm>
            <a:off x="0" y="20320"/>
            <a:ext cx="12192000" cy="6858000"/>
            <a:chOff x="0" y="0"/>
            <a:chExt cx="12192000" cy="6858000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3C9A5C1B-2DEC-CD72-685D-7AB0147948A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16" y="6223355"/>
              <a:ext cx="1427861" cy="437832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C8497C74-FC59-FF89-C0B4-3171BB60F7E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A7747F68-1E21-E790-F096-34A149A06FF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9137" y="4507738"/>
              <a:ext cx="162051" cy="162051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853CA2AE-6D59-6638-B025-CBA69168809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6820" y="6466611"/>
              <a:ext cx="105917" cy="105930"/>
            </a:xfrm>
            <a:prstGeom prst="rect">
              <a:avLst/>
            </a:prstGeom>
          </p:spPr>
        </p:pic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128B37F5-6FFC-0F53-3E83-C204931E24BE}"/>
                </a:ext>
              </a:extLst>
            </p:cNvPr>
            <p:cNvSpPr/>
            <p:nvPr/>
          </p:nvSpPr>
          <p:spPr>
            <a:xfrm>
              <a:off x="1072857" y="466979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79">
                  <a:moveTo>
                    <a:pt x="148374" y="0"/>
                  </a:moveTo>
                  <a:lnTo>
                    <a:pt x="101473" y="7563"/>
                  </a:lnTo>
                  <a:lnTo>
                    <a:pt x="60742" y="28622"/>
                  </a:lnTo>
                  <a:lnTo>
                    <a:pt x="28625" y="60734"/>
                  </a:lnTo>
                  <a:lnTo>
                    <a:pt x="7563" y="101453"/>
                  </a:lnTo>
                  <a:lnTo>
                    <a:pt x="0" y="148336"/>
                  </a:lnTo>
                  <a:lnTo>
                    <a:pt x="7563" y="195218"/>
                  </a:lnTo>
                  <a:lnTo>
                    <a:pt x="28625" y="235937"/>
                  </a:lnTo>
                  <a:lnTo>
                    <a:pt x="60742" y="268049"/>
                  </a:lnTo>
                  <a:lnTo>
                    <a:pt x="101473" y="289108"/>
                  </a:lnTo>
                  <a:lnTo>
                    <a:pt x="148374" y="296672"/>
                  </a:lnTo>
                  <a:lnTo>
                    <a:pt x="195256" y="289108"/>
                  </a:lnTo>
                  <a:lnTo>
                    <a:pt x="235975" y="268049"/>
                  </a:lnTo>
                  <a:lnTo>
                    <a:pt x="268087" y="235937"/>
                  </a:lnTo>
                  <a:lnTo>
                    <a:pt x="289146" y="195218"/>
                  </a:lnTo>
                  <a:lnTo>
                    <a:pt x="296710" y="148336"/>
                  </a:lnTo>
                  <a:lnTo>
                    <a:pt x="289146" y="101453"/>
                  </a:lnTo>
                  <a:lnTo>
                    <a:pt x="268087" y="60734"/>
                  </a:lnTo>
                  <a:lnTo>
                    <a:pt x="235975" y="28622"/>
                  </a:lnTo>
                  <a:lnTo>
                    <a:pt x="195256" y="7563"/>
                  </a:lnTo>
                  <a:lnTo>
                    <a:pt x="148374" y="0"/>
                  </a:lnTo>
                  <a:close/>
                </a:path>
              </a:pathLst>
            </a:custGeom>
            <a:solidFill>
              <a:srgbClr val="FFFFFF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11">
              <a:extLst>
                <a:ext uri="{FF2B5EF4-FFF2-40B4-BE49-F238E27FC236}">
                  <a16:creationId xmlns:a16="http://schemas.microsoft.com/office/drawing/2014/main" id="{6E46AF01-B5C9-55C8-FBB9-A3B9255F571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4152" y="4913503"/>
              <a:ext cx="105918" cy="105918"/>
            </a:xfrm>
            <a:prstGeom prst="rect">
              <a:avLst/>
            </a:prstGeom>
          </p:spPr>
        </p:pic>
      </p:grpSp>
      <p:pic>
        <p:nvPicPr>
          <p:cNvPr id="20" name="رسم 8">
            <a:extLst>
              <a:ext uri="{FF2B5EF4-FFF2-40B4-BE49-F238E27FC236}">
                <a16:creationId xmlns:a16="http://schemas.microsoft.com/office/drawing/2014/main" id="{3C7B60BB-A120-6124-8B15-D26A8378DD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075" y="163264"/>
            <a:ext cx="2297923" cy="929899"/>
          </a:xfrm>
          <a:prstGeom prst="rect">
            <a:avLst/>
          </a:prstGeom>
        </p:spPr>
      </p:pic>
      <p:sp>
        <p:nvSpPr>
          <p:cNvPr id="28" name="TextBox 5">
            <a:extLst>
              <a:ext uri="{FF2B5EF4-FFF2-40B4-BE49-F238E27FC236}">
                <a16:creationId xmlns:a16="http://schemas.microsoft.com/office/drawing/2014/main" id="{26A75C08-20A0-C452-D3A2-A9E85C2E61C8}"/>
              </a:ext>
            </a:extLst>
          </p:cNvPr>
          <p:cNvSpPr txBox="1"/>
          <p:nvPr/>
        </p:nvSpPr>
        <p:spPr>
          <a:xfrm>
            <a:off x="2540579" y="-11351"/>
            <a:ext cx="7644613" cy="8965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>
              <a:lnSpc>
                <a:spcPts val="7370"/>
              </a:lnSpc>
            </a:pPr>
            <a:r>
              <a:rPr lang="ar-SA" sz="2800" b="1" dirty="0">
                <a:solidFill>
                  <a:schemeClr val="bg1"/>
                </a:solidFill>
                <a:ea typeface="+mn-lt"/>
                <a:cs typeface="+mj-cs"/>
                <a:sym typeface="Amiri Bold"/>
              </a:rPr>
              <a:t>ملاحظات السلامة والجودة لأعمال المؤقتات</a:t>
            </a:r>
            <a:endParaRPr lang="en-US" sz="28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42" name="object 7">
            <a:extLst>
              <a:ext uri="{FF2B5EF4-FFF2-40B4-BE49-F238E27FC236}">
                <a16:creationId xmlns:a16="http://schemas.microsoft.com/office/drawing/2014/main" id="{DA6F83E2-4E4D-3608-1204-F364A1D17D94}"/>
              </a:ext>
            </a:extLst>
          </p:cNvPr>
          <p:cNvSpPr/>
          <p:nvPr/>
        </p:nvSpPr>
        <p:spPr>
          <a:xfrm>
            <a:off x="-1" y="6365107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12192000" h="405129">
                <a:moveTo>
                  <a:pt x="12192000" y="0"/>
                </a:moveTo>
                <a:lnTo>
                  <a:pt x="0" y="0"/>
                </a:lnTo>
                <a:lnTo>
                  <a:pt x="0" y="405041"/>
                </a:lnTo>
                <a:lnTo>
                  <a:pt x="12192000" y="40504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914D"/>
          </a:solidFill>
        </p:spPr>
        <p:txBody>
          <a:bodyPr wrap="square" lIns="0" tIns="0" rIns="0" bIns="0" rtlCol="0"/>
          <a:lstStyle/>
          <a:p>
            <a:pPr marL="0" algn="r" defTabSz="457200" rtl="1" eaLnBrk="1" latinLnBrk="0" hangingPunct="1"/>
            <a:endParaRPr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8243826-F80E-4981-A44C-F04F58006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087918"/>
              </p:ext>
            </p:extLst>
          </p:nvPr>
        </p:nvGraphicFramePr>
        <p:xfrm>
          <a:off x="1155032" y="1598201"/>
          <a:ext cx="10050850" cy="13817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270921">
                  <a:extLst>
                    <a:ext uri="{9D8B030D-6E8A-4147-A177-3AD203B41FA5}">
                      <a16:colId xmlns:a16="http://schemas.microsoft.com/office/drawing/2014/main" val="1793076639"/>
                    </a:ext>
                  </a:extLst>
                </a:gridCol>
                <a:gridCol w="779929">
                  <a:extLst>
                    <a:ext uri="{9D8B030D-6E8A-4147-A177-3AD203B41FA5}">
                      <a16:colId xmlns:a16="http://schemas.microsoft.com/office/drawing/2014/main" val="1719937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SA" dirty="0"/>
                        <a:t>ملاحظات السلامة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dirty="0"/>
                        <a:t>رقم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349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076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تأمين الموقع ووضع الأشرطة التحذيرية واغلاق منطقة العمل للمولدات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664182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77BDB-DE28-47B2-8716-9074C355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008004"/>
                </a:solidFill>
                <a:latin typeface="Calibri" panose="020F0502020204030204" pitchFamily="34" charset="0"/>
              </a:rPr>
              <a:t>Public Internal - </a:t>
            </a:r>
            <a:r>
              <a:rPr lang="ar-SA" sz="1000">
                <a:solidFill>
                  <a:srgbClr val="008004"/>
                </a:solidFill>
                <a:latin typeface="Calibri" panose="020F0502020204030204" pitchFamily="34" charset="0"/>
              </a:rPr>
              <a:t>عام (داخلي) </a:t>
            </a:r>
          </a:p>
        </p:txBody>
      </p:sp>
    </p:spTree>
    <p:extLst>
      <p:ext uri="{BB962C8B-B14F-4D97-AF65-F5344CB8AC3E}">
        <p14:creationId xmlns:p14="http://schemas.microsoft.com/office/powerpoint/2010/main" val="1423178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FCF9-A88A-0431-0146-19F7D833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object 4">
            <a:extLst>
              <a:ext uri="{FF2B5EF4-FFF2-40B4-BE49-F238E27FC236}">
                <a16:creationId xmlns:a16="http://schemas.microsoft.com/office/drawing/2014/main" id="{D1741972-EEDA-5B28-1A22-66E7998F3C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659" y="951726"/>
            <a:ext cx="11943184" cy="5292855"/>
          </a:xfrm>
          <a:prstGeom prst="rect">
            <a:avLst/>
          </a:prstGeom>
        </p:spPr>
      </p:pic>
      <p:sp>
        <p:nvSpPr>
          <p:cNvPr id="73" name="Title 3">
            <a:extLst>
              <a:ext uri="{FF2B5EF4-FFF2-40B4-BE49-F238E27FC236}">
                <a16:creationId xmlns:a16="http://schemas.microsoft.com/office/drawing/2014/main" id="{219961B0-54A2-64F6-D0DC-FC9FE8134C33}"/>
              </a:ext>
            </a:extLst>
          </p:cNvPr>
          <p:cNvSpPr>
            <a:spLocks noGrp="1"/>
          </p:cNvSpPr>
          <p:nvPr/>
        </p:nvSpPr>
        <p:spPr>
          <a:xfrm>
            <a:off x="4055920" y="4662244"/>
            <a:ext cx="4210662" cy="314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400" b="1" kern="1200" noProof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endParaRPr lang="ar-SA" sz="1800" dirty="0">
              <a:solidFill>
                <a:srgbClr val="002060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49" name="object 8">
            <a:extLst>
              <a:ext uri="{FF2B5EF4-FFF2-40B4-BE49-F238E27FC236}">
                <a16:creationId xmlns:a16="http://schemas.microsoft.com/office/drawing/2014/main" id="{3A7F2646-086A-00A7-AAA7-4902F874DBB6}"/>
              </a:ext>
            </a:extLst>
          </p:cNvPr>
          <p:cNvSpPr/>
          <p:nvPr/>
        </p:nvSpPr>
        <p:spPr>
          <a:xfrm>
            <a:off x="8953295" y="1157252"/>
            <a:ext cx="2927779" cy="4945100"/>
          </a:xfrm>
          <a:custGeom>
            <a:avLst/>
            <a:gdLst/>
            <a:ahLst/>
            <a:cxnLst/>
            <a:rect l="l" t="t" r="r" b="b"/>
            <a:pathLst>
              <a:path w="2926079" h="5102860">
                <a:moveTo>
                  <a:pt x="2438400" y="0"/>
                </a:moveTo>
                <a:lnTo>
                  <a:pt x="487679" y="0"/>
                </a:lnTo>
                <a:lnTo>
                  <a:pt x="440708" y="2232"/>
                </a:lnTo>
                <a:lnTo>
                  <a:pt x="395001" y="8792"/>
                </a:lnTo>
                <a:lnTo>
                  <a:pt x="350762" y="19476"/>
                </a:lnTo>
                <a:lnTo>
                  <a:pt x="308196" y="34080"/>
                </a:lnTo>
                <a:lnTo>
                  <a:pt x="267508" y="52400"/>
                </a:lnTo>
                <a:lnTo>
                  <a:pt x="228900" y="74230"/>
                </a:lnTo>
                <a:lnTo>
                  <a:pt x="192578" y="99367"/>
                </a:lnTo>
                <a:lnTo>
                  <a:pt x="158746" y="127607"/>
                </a:lnTo>
                <a:lnTo>
                  <a:pt x="127607" y="158746"/>
                </a:lnTo>
                <a:lnTo>
                  <a:pt x="99367" y="192578"/>
                </a:lnTo>
                <a:lnTo>
                  <a:pt x="74230" y="228900"/>
                </a:lnTo>
                <a:lnTo>
                  <a:pt x="52400" y="267508"/>
                </a:lnTo>
                <a:lnTo>
                  <a:pt x="34080" y="308196"/>
                </a:lnTo>
                <a:lnTo>
                  <a:pt x="19476" y="350762"/>
                </a:lnTo>
                <a:lnTo>
                  <a:pt x="8792" y="395001"/>
                </a:lnTo>
                <a:lnTo>
                  <a:pt x="2232" y="440708"/>
                </a:lnTo>
                <a:lnTo>
                  <a:pt x="0" y="487679"/>
                </a:lnTo>
                <a:lnTo>
                  <a:pt x="0" y="4614659"/>
                </a:lnTo>
                <a:lnTo>
                  <a:pt x="2232" y="4661626"/>
                </a:lnTo>
                <a:lnTo>
                  <a:pt x="8792" y="4707331"/>
                </a:lnTo>
                <a:lnTo>
                  <a:pt x="19476" y="4751568"/>
                </a:lnTo>
                <a:lnTo>
                  <a:pt x="34080" y="4794133"/>
                </a:lnTo>
                <a:lnTo>
                  <a:pt x="52400" y="4834822"/>
                </a:lnTo>
                <a:lnTo>
                  <a:pt x="74230" y="4873431"/>
                </a:lnTo>
                <a:lnTo>
                  <a:pt x="99367" y="4909754"/>
                </a:lnTo>
                <a:lnTo>
                  <a:pt x="127607" y="4943589"/>
                </a:lnTo>
                <a:lnTo>
                  <a:pt x="158746" y="4974729"/>
                </a:lnTo>
                <a:lnTo>
                  <a:pt x="192578" y="5002971"/>
                </a:lnTo>
                <a:lnTo>
                  <a:pt x="228900" y="5028111"/>
                </a:lnTo>
                <a:lnTo>
                  <a:pt x="267508" y="5049944"/>
                </a:lnTo>
                <a:lnTo>
                  <a:pt x="308196" y="5068266"/>
                </a:lnTo>
                <a:lnTo>
                  <a:pt x="350762" y="5082872"/>
                </a:lnTo>
                <a:lnTo>
                  <a:pt x="395001" y="5093558"/>
                </a:lnTo>
                <a:lnTo>
                  <a:pt x="440708" y="5100119"/>
                </a:lnTo>
                <a:lnTo>
                  <a:pt x="487679" y="5102352"/>
                </a:lnTo>
                <a:lnTo>
                  <a:pt x="2438400" y="5102352"/>
                </a:lnTo>
                <a:lnTo>
                  <a:pt x="2485371" y="5100119"/>
                </a:lnTo>
                <a:lnTo>
                  <a:pt x="2531078" y="5093558"/>
                </a:lnTo>
                <a:lnTo>
                  <a:pt x="2575317" y="5082872"/>
                </a:lnTo>
                <a:lnTo>
                  <a:pt x="2617883" y="5068266"/>
                </a:lnTo>
                <a:lnTo>
                  <a:pt x="2658571" y="5049944"/>
                </a:lnTo>
                <a:lnTo>
                  <a:pt x="2697179" y="5028111"/>
                </a:lnTo>
                <a:lnTo>
                  <a:pt x="2733501" y="5002971"/>
                </a:lnTo>
                <a:lnTo>
                  <a:pt x="2767333" y="4974729"/>
                </a:lnTo>
                <a:lnTo>
                  <a:pt x="2798472" y="4943589"/>
                </a:lnTo>
                <a:lnTo>
                  <a:pt x="2826712" y="4909754"/>
                </a:lnTo>
                <a:lnTo>
                  <a:pt x="2851849" y="4873431"/>
                </a:lnTo>
                <a:lnTo>
                  <a:pt x="2873679" y="4834822"/>
                </a:lnTo>
                <a:lnTo>
                  <a:pt x="2891999" y="4794133"/>
                </a:lnTo>
                <a:lnTo>
                  <a:pt x="2906603" y="4751568"/>
                </a:lnTo>
                <a:lnTo>
                  <a:pt x="2917287" y="4707331"/>
                </a:lnTo>
                <a:lnTo>
                  <a:pt x="2923847" y="4661626"/>
                </a:lnTo>
                <a:lnTo>
                  <a:pt x="2926079" y="4614659"/>
                </a:lnTo>
                <a:lnTo>
                  <a:pt x="2926079" y="487679"/>
                </a:lnTo>
                <a:lnTo>
                  <a:pt x="2923847" y="440708"/>
                </a:lnTo>
                <a:lnTo>
                  <a:pt x="2917287" y="395001"/>
                </a:lnTo>
                <a:lnTo>
                  <a:pt x="2906603" y="350762"/>
                </a:lnTo>
                <a:lnTo>
                  <a:pt x="2891999" y="308196"/>
                </a:lnTo>
                <a:lnTo>
                  <a:pt x="2873679" y="267508"/>
                </a:lnTo>
                <a:lnTo>
                  <a:pt x="2851849" y="228900"/>
                </a:lnTo>
                <a:lnTo>
                  <a:pt x="2826712" y="192578"/>
                </a:lnTo>
                <a:lnTo>
                  <a:pt x="2798472" y="158746"/>
                </a:lnTo>
                <a:lnTo>
                  <a:pt x="2767333" y="127607"/>
                </a:lnTo>
                <a:lnTo>
                  <a:pt x="2733501" y="99367"/>
                </a:lnTo>
                <a:lnTo>
                  <a:pt x="2697179" y="74230"/>
                </a:lnTo>
                <a:lnTo>
                  <a:pt x="2658571" y="52400"/>
                </a:lnTo>
                <a:lnTo>
                  <a:pt x="2617883" y="34080"/>
                </a:lnTo>
                <a:lnTo>
                  <a:pt x="2575317" y="19476"/>
                </a:lnTo>
                <a:lnTo>
                  <a:pt x="2531078" y="8792"/>
                </a:lnTo>
                <a:lnTo>
                  <a:pt x="2485371" y="2232"/>
                </a:lnTo>
                <a:lnTo>
                  <a:pt x="243840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" name="object 50">
            <a:extLst>
              <a:ext uri="{FF2B5EF4-FFF2-40B4-BE49-F238E27FC236}">
                <a16:creationId xmlns:a16="http://schemas.microsoft.com/office/drawing/2014/main" id="{0888BD84-C820-A359-7B46-CBA0F57F4CA9}"/>
              </a:ext>
            </a:extLst>
          </p:cNvPr>
          <p:cNvGrpSpPr/>
          <p:nvPr/>
        </p:nvGrpSpPr>
        <p:grpSpPr>
          <a:xfrm>
            <a:off x="4854715" y="1157252"/>
            <a:ext cx="3590810" cy="4665413"/>
            <a:chOff x="4812791" y="1982723"/>
            <a:chExt cx="3337560" cy="4064635"/>
          </a:xfrm>
        </p:grpSpPr>
        <p:pic>
          <p:nvPicPr>
            <p:cNvPr id="98" name="object 51">
              <a:extLst>
                <a:ext uri="{FF2B5EF4-FFF2-40B4-BE49-F238E27FC236}">
                  <a16:creationId xmlns:a16="http://schemas.microsoft.com/office/drawing/2014/main" id="{3BDD5AAB-9E41-68CE-60C8-50145D3015E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2791" y="1982723"/>
              <a:ext cx="3337560" cy="3238500"/>
            </a:xfrm>
            <a:prstGeom prst="rect">
              <a:avLst/>
            </a:prstGeom>
          </p:spPr>
        </p:pic>
        <p:sp>
          <p:nvSpPr>
            <p:cNvPr id="99" name="object 52">
              <a:extLst>
                <a:ext uri="{FF2B5EF4-FFF2-40B4-BE49-F238E27FC236}">
                  <a16:creationId xmlns:a16="http://schemas.microsoft.com/office/drawing/2014/main" id="{FAC204B9-EFD2-E405-B425-E31CD88EC2F0}"/>
                </a:ext>
              </a:extLst>
            </p:cNvPr>
            <p:cNvSpPr/>
            <p:nvPr/>
          </p:nvSpPr>
          <p:spPr>
            <a:xfrm>
              <a:off x="4865369" y="2012441"/>
              <a:ext cx="3237230" cy="3138170"/>
            </a:xfrm>
            <a:custGeom>
              <a:avLst/>
              <a:gdLst/>
              <a:ahLst/>
              <a:cxnLst/>
              <a:rect l="l" t="t" r="r" b="b"/>
              <a:pathLst>
                <a:path w="3237229" h="3138170">
                  <a:moveTo>
                    <a:pt x="2713989" y="0"/>
                  </a:moveTo>
                  <a:lnTo>
                    <a:pt x="522985" y="0"/>
                  </a:lnTo>
                  <a:lnTo>
                    <a:pt x="475389" y="2137"/>
                  </a:lnTo>
                  <a:lnTo>
                    <a:pt x="428988" y="8427"/>
                  </a:lnTo>
                  <a:lnTo>
                    <a:pt x="383969" y="18684"/>
                  </a:lnTo>
                  <a:lnTo>
                    <a:pt x="340515" y="32723"/>
                  </a:lnTo>
                  <a:lnTo>
                    <a:pt x="298811" y="50361"/>
                  </a:lnTo>
                  <a:lnTo>
                    <a:pt x="259042" y="71411"/>
                  </a:lnTo>
                  <a:lnTo>
                    <a:pt x="221393" y="95690"/>
                  </a:lnTo>
                  <a:lnTo>
                    <a:pt x="186048" y="123012"/>
                  </a:lnTo>
                  <a:lnTo>
                    <a:pt x="153193" y="153193"/>
                  </a:lnTo>
                  <a:lnTo>
                    <a:pt x="123012" y="186048"/>
                  </a:lnTo>
                  <a:lnTo>
                    <a:pt x="95690" y="221393"/>
                  </a:lnTo>
                  <a:lnTo>
                    <a:pt x="71411" y="259042"/>
                  </a:lnTo>
                  <a:lnTo>
                    <a:pt x="50361" y="298811"/>
                  </a:lnTo>
                  <a:lnTo>
                    <a:pt x="32723" y="340515"/>
                  </a:lnTo>
                  <a:lnTo>
                    <a:pt x="18684" y="383969"/>
                  </a:lnTo>
                  <a:lnTo>
                    <a:pt x="8427" y="428988"/>
                  </a:lnTo>
                  <a:lnTo>
                    <a:pt x="2137" y="475389"/>
                  </a:lnTo>
                  <a:lnTo>
                    <a:pt x="0" y="522986"/>
                  </a:lnTo>
                  <a:lnTo>
                    <a:pt x="0" y="2614930"/>
                  </a:lnTo>
                  <a:lnTo>
                    <a:pt x="2137" y="2662526"/>
                  </a:lnTo>
                  <a:lnTo>
                    <a:pt x="8427" y="2708927"/>
                  </a:lnTo>
                  <a:lnTo>
                    <a:pt x="18684" y="2753946"/>
                  </a:lnTo>
                  <a:lnTo>
                    <a:pt x="32723" y="2797400"/>
                  </a:lnTo>
                  <a:lnTo>
                    <a:pt x="50361" y="2839104"/>
                  </a:lnTo>
                  <a:lnTo>
                    <a:pt x="71411" y="2878873"/>
                  </a:lnTo>
                  <a:lnTo>
                    <a:pt x="95690" y="2916522"/>
                  </a:lnTo>
                  <a:lnTo>
                    <a:pt x="123012" y="2951867"/>
                  </a:lnTo>
                  <a:lnTo>
                    <a:pt x="153193" y="2984722"/>
                  </a:lnTo>
                  <a:lnTo>
                    <a:pt x="186048" y="3014903"/>
                  </a:lnTo>
                  <a:lnTo>
                    <a:pt x="221393" y="3042225"/>
                  </a:lnTo>
                  <a:lnTo>
                    <a:pt x="259042" y="3066504"/>
                  </a:lnTo>
                  <a:lnTo>
                    <a:pt x="298811" y="3087554"/>
                  </a:lnTo>
                  <a:lnTo>
                    <a:pt x="340515" y="3105192"/>
                  </a:lnTo>
                  <a:lnTo>
                    <a:pt x="383969" y="3119231"/>
                  </a:lnTo>
                  <a:lnTo>
                    <a:pt x="428988" y="3129488"/>
                  </a:lnTo>
                  <a:lnTo>
                    <a:pt x="475389" y="3135778"/>
                  </a:lnTo>
                  <a:lnTo>
                    <a:pt x="522985" y="3137916"/>
                  </a:lnTo>
                  <a:lnTo>
                    <a:pt x="2713989" y="3137916"/>
                  </a:lnTo>
                  <a:lnTo>
                    <a:pt x="2761586" y="3135778"/>
                  </a:lnTo>
                  <a:lnTo>
                    <a:pt x="2807987" y="3129488"/>
                  </a:lnTo>
                  <a:lnTo>
                    <a:pt x="2853006" y="3119231"/>
                  </a:lnTo>
                  <a:lnTo>
                    <a:pt x="2896460" y="3105192"/>
                  </a:lnTo>
                  <a:lnTo>
                    <a:pt x="2938164" y="3087554"/>
                  </a:lnTo>
                  <a:lnTo>
                    <a:pt x="2977933" y="3066504"/>
                  </a:lnTo>
                  <a:lnTo>
                    <a:pt x="3015582" y="3042225"/>
                  </a:lnTo>
                  <a:lnTo>
                    <a:pt x="3050927" y="3014903"/>
                  </a:lnTo>
                  <a:lnTo>
                    <a:pt x="3083782" y="2984722"/>
                  </a:lnTo>
                  <a:lnTo>
                    <a:pt x="3113963" y="2951867"/>
                  </a:lnTo>
                  <a:lnTo>
                    <a:pt x="3141285" y="2916522"/>
                  </a:lnTo>
                  <a:lnTo>
                    <a:pt x="3165564" y="2878873"/>
                  </a:lnTo>
                  <a:lnTo>
                    <a:pt x="3186614" y="2839104"/>
                  </a:lnTo>
                  <a:lnTo>
                    <a:pt x="3204252" y="2797400"/>
                  </a:lnTo>
                  <a:lnTo>
                    <a:pt x="3218291" y="2753946"/>
                  </a:lnTo>
                  <a:lnTo>
                    <a:pt x="3228548" y="2708927"/>
                  </a:lnTo>
                  <a:lnTo>
                    <a:pt x="3234838" y="2662526"/>
                  </a:lnTo>
                  <a:lnTo>
                    <a:pt x="3236976" y="2614930"/>
                  </a:lnTo>
                  <a:lnTo>
                    <a:pt x="3236976" y="522986"/>
                  </a:lnTo>
                  <a:lnTo>
                    <a:pt x="3234838" y="475389"/>
                  </a:lnTo>
                  <a:lnTo>
                    <a:pt x="3228548" y="428988"/>
                  </a:lnTo>
                  <a:lnTo>
                    <a:pt x="3218291" y="383969"/>
                  </a:lnTo>
                  <a:lnTo>
                    <a:pt x="3204252" y="340515"/>
                  </a:lnTo>
                  <a:lnTo>
                    <a:pt x="3186614" y="298811"/>
                  </a:lnTo>
                  <a:lnTo>
                    <a:pt x="3165564" y="259042"/>
                  </a:lnTo>
                  <a:lnTo>
                    <a:pt x="3141285" y="221393"/>
                  </a:lnTo>
                  <a:lnTo>
                    <a:pt x="3113963" y="186048"/>
                  </a:lnTo>
                  <a:lnTo>
                    <a:pt x="3083782" y="153193"/>
                  </a:lnTo>
                  <a:lnTo>
                    <a:pt x="3050927" y="123012"/>
                  </a:lnTo>
                  <a:lnTo>
                    <a:pt x="3015582" y="95690"/>
                  </a:lnTo>
                  <a:lnTo>
                    <a:pt x="2977933" y="71411"/>
                  </a:lnTo>
                  <a:lnTo>
                    <a:pt x="2938164" y="50361"/>
                  </a:lnTo>
                  <a:lnTo>
                    <a:pt x="2896460" y="32723"/>
                  </a:lnTo>
                  <a:lnTo>
                    <a:pt x="2853006" y="18684"/>
                  </a:lnTo>
                  <a:lnTo>
                    <a:pt x="2807987" y="8427"/>
                  </a:lnTo>
                  <a:lnTo>
                    <a:pt x="2761586" y="2137"/>
                  </a:lnTo>
                  <a:lnTo>
                    <a:pt x="2713989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53">
              <a:extLst>
                <a:ext uri="{FF2B5EF4-FFF2-40B4-BE49-F238E27FC236}">
                  <a16:creationId xmlns:a16="http://schemas.microsoft.com/office/drawing/2014/main" id="{AE49563C-66F9-8014-DFCE-4F583318B997}"/>
                </a:ext>
              </a:extLst>
            </p:cNvPr>
            <p:cNvSpPr/>
            <p:nvPr/>
          </p:nvSpPr>
          <p:spPr>
            <a:xfrm>
              <a:off x="4865369" y="2012441"/>
              <a:ext cx="3237230" cy="3138170"/>
            </a:xfrm>
            <a:custGeom>
              <a:avLst/>
              <a:gdLst/>
              <a:ahLst/>
              <a:cxnLst/>
              <a:rect l="l" t="t" r="r" b="b"/>
              <a:pathLst>
                <a:path w="3237229" h="3138170">
                  <a:moveTo>
                    <a:pt x="0" y="522986"/>
                  </a:moveTo>
                  <a:lnTo>
                    <a:pt x="2137" y="475389"/>
                  </a:lnTo>
                  <a:lnTo>
                    <a:pt x="8427" y="428988"/>
                  </a:lnTo>
                  <a:lnTo>
                    <a:pt x="18684" y="383969"/>
                  </a:lnTo>
                  <a:lnTo>
                    <a:pt x="32723" y="340515"/>
                  </a:lnTo>
                  <a:lnTo>
                    <a:pt x="50361" y="298811"/>
                  </a:lnTo>
                  <a:lnTo>
                    <a:pt x="71411" y="259042"/>
                  </a:lnTo>
                  <a:lnTo>
                    <a:pt x="95690" y="221393"/>
                  </a:lnTo>
                  <a:lnTo>
                    <a:pt x="123012" y="186048"/>
                  </a:lnTo>
                  <a:lnTo>
                    <a:pt x="153193" y="153193"/>
                  </a:lnTo>
                  <a:lnTo>
                    <a:pt x="186048" y="123012"/>
                  </a:lnTo>
                  <a:lnTo>
                    <a:pt x="221393" y="95690"/>
                  </a:lnTo>
                  <a:lnTo>
                    <a:pt x="259042" y="71411"/>
                  </a:lnTo>
                  <a:lnTo>
                    <a:pt x="298811" y="50361"/>
                  </a:lnTo>
                  <a:lnTo>
                    <a:pt x="340515" y="32723"/>
                  </a:lnTo>
                  <a:lnTo>
                    <a:pt x="383969" y="18684"/>
                  </a:lnTo>
                  <a:lnTo>
                    <a:pt x="428988" y="8427"/>
                  </a:lnTo>
                  <a:lnTo>
                    <a:pt x="475389" y="2137"/>
                  </a:lnTo>
                  <a:lnTo>
                    <a:pt x="522985" y="0"/>
                  </a:lnTo>
                  <a:lnTo>
                    <a:pt x="2713989" y="0"/>
                  </a:lnTo>
                  <a:lnTo>
                    <a:pt x="2761586" y="2137"/>
                  </a:lnTo>
                  <a:lnTo>
                    <a:pt x="2807987" y="8427"/>
                  </a:lnTo>
                  <a:lnTo>
                    <a:pt x="2853006" y="18684"/>
                  </a:lnTo>
                  <a:lnTo>
                    <a:pt x="2896460" y="32723"/>
                  </a:lnTo>
                  <a:lnTo>
                    <a:pt x="2938164" y="50361"/>
                  </a:lnTo>
                  <a:lnTo>
                    <a:pt x="2977933" y="71411"/>
                  </a:lnTo>
                  <a:lnTo>
                    <a:pt x="3015582" y="95690"/>
                  </a:lnTo>
                  <a:lnTo>
                    <a:pt x="3050927" y="123012"/>
                  </a:lnTo>
                  <a:lnTo>
                    <a:pt x="3083782" y="153193"/>
                  </a:lnTo>
                  <a:lnTo>
                    <a:pt x="3113963" y="186048"/>
                  </a:lnTo>
                  <a:lnTo>
                    <a:pt x="3141285" y="221393"/>
                  </a:lnTo>
                  <a:lnTo>
                    <a:pt x="3165564" y="259042"/>
                  </a:lnTo>
                  <a:lnTo>
                    <a:pt x="3186614" y="298811"/>
                  </a:lnTo>
                  <a:lnTo>
                    <a:pt x="3204252" y="340515"/>
                  </a:lnTo>
                  <a:lnTo>
                    <a:pt x="3218291" y="383969"/>
                  </a:lnTo>
                  <a:lnTo>
                    <a:pt x="3228548" y="428988"/>
                  </a:lnTo>
                  <a:lnTo>
                    <a:pt x="3234838" y="475389"/>
                  </a:lnTo>
                  <a:lnTo>
                    <a:pt x="3236976" y="522986"/>
                  </a:lnTo>
                  <a:lnTo>
                    <a:pt x="3236976" y="2614930"/>
                  </a:lnTo>
                  <a:lnTo>
                    <a:pt x="3234838" y="2662526"/>
                  </a:lnTo>
                  <a:lnTo>
                    <a:pt x="3228548" y="2708927"/>
                  </a:lnTo>
                  <a:lnTo>
                    <a:pt x="3218291" y="2753946"/>
                  </a:lnTo>
                  <a:lnTo>
                    <a:pt x="3204252" y="2797400"/>
                  </a:lnTo>
                  <a:lnTo>
                    <a:pt x="3186614" y="2839104"/>
                  </a:lnTo>
                  <a:lnTo>
                    <a:pt x="3165564" y="2878873"/>
                  </a:lnTo>
                  <a:lnTo>
                    <a:pt x="3141285" y="2916522"/>
                  </a:lnTo>
                  <a:lnTo>
                    <a:pt x="3113963" y="2951867"/>
                  </a:lnTo>
                  <a:lnTo>
                    <a:pt x="3083782" y="2984722"/>
                  </a:lnTo>
                  <a:lnTo>
                    <a:pt x="3050927" y="3014903"/>
                  </a:lnTo>
                  <a:lnTo>
                    <a:pt x="3015582" y="3042225"/>
                  </a:lnTo>
                  <a:lnTo>
                    <a:pt x="2977933" y="3066504"/>
                  </a:lnTo>
                  <a:lnTo>
                    <a:pt x="2938164" y="3087554"/>
                  </a:lnTo>
                  <a:lnTo>
                    <a:pt x="2896460" y="3105192"/>
                  </a:lnTo>
                  <a:lnTo>
                    <a:pt x="2853006" y="3119231"/>
                  </a:lnTo>
                  <a:lnTo>
                    <a:pt x="2807987" y="3129488"/>
                  </a:lnTo>
                  <a:lnTo>
                    <a:pt x="2761586" y="3135778"/>
                  </a:lnTo>
                  <a:lnTo>
                    <a:pt x="2713989" y="3137916"/>
                  </a:lnTo>
                  <a:lnTo>
                    <a:pt x="522985" y="3137916"/>
                  </a:lnTo>
                  <a:lnTo>
                    <a:pt x="475389" y="3135778"/>
                  </a:lnTo>
                  <a:lnTo>
                    <a:pt x="428988" y="3129488"/>
                  </a:lnTo>
                  <a:lnTo>
                    <a:pt x="383969" y="3119231"/>
                  </a:lnTo>
                  <a:lnTo>
                    <a:pt x="340515" y="3105192"/>
                  </a:lnTo>
                  <a:lnTo>
                    <a:pt x="298811" y="3087554"/>
                  </a:lnTo>
                  <a:lnTo>
                    <a:pt x="259042" y="3066504"/>
                  </a:lnTo>
                  <a:lnTo>
                    <a:pt x="221393" y="3042225"/>
                  </a:lnTo>
                  <a:lnTo>
                    <a:pt x="186048" y="3014903"/>
                  </a:lnTo>
                  <a:lnTo>
                    <a:pt x="153193" y="2984722"/>
                  </a:lnTo>
                  <a:lnTo>
                    <a:pt x="123012" y="2951867"/>
                  </a:lnTo>
                  <a:lnTo>
                    <a:pt x="95690" y="2916522"/>
                  </a:lnTo>
                  <a:lnTo>
                    <a:pt x="71411" y="2878873"/>
                  </a:lnTo>
                  <a:lnTo>
                    <a:pt x="50361" y="2839104"/>
                  </a:lnTo>
                  <a:lnTo>
                    <a:pt x="32723" y="2797400"/>
                  </a:lnTo>
                  <a:lnTo>
                    <a:pt x="18684" y="2753946"/>
                  </a:lnTo>
                  <a:lnTo>
                    <a:pt x="8427" y="2708927"/>
                  </a:lnTo>
                  <a:lnTo>
                    <a:pt x="2137" y="2662526"/>
                  </a:lnTo>
                  <a:lnTo>
                    <a:pt x="0" y="2614930"/>
                  </a:lnTo>
                  <a:lnTo>
                    <a:pt x="0" y="522986"/>
                  </a:lnTo>
                  <a:close/>
                </a:path>
              </a:pathLst>
            </a:custGeom>
            <a:ln w="19050">
              <a:solidFill>
                <a:srgbClr val="F5821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1" name="object 54">
              <a:extLst>
                <a:ext uri="{FF2B5EF4-FFF2-40B4-BE49-F238E27FC236}">
                  <a16:creationId xmlns:a16="http://schemas.microsoft.com/office/drawing/2014/main" id="{AFEDF14D-6079-0D87-FE1B-0F04A0DE92E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5839" y="5204459"/>
              <a:ext cx="3329940" cy="842784"/>
            </a:xfrm>
            <a:prstGeom prst="rect">
              <a:avLst/>
            </a:prstGeom>
          </p:spPr>
        </p:pic>
        <p:sp>
          <p:nvSpPr>
            <p:cNvPr id="102" name="object 55">
              <a:extLst>
                <a:ext uri="{FF2B5EF4-FFF2-40B4-BE49-F238E27FC236}">
                  <a16:creationId xmlns:a16="http://schemas.microsoft.com/office/drawing/2014/main" id="{D74F856A-0DB1-DF64-4725-64145AED67BE}"/>
                </a:ext>
              </a:extLst>
            </p:cNvPr>
            <p:cNvSpPr/>
            <p:nvPr/>
          </p:nvSpPr>
          <p:spPr>
            <a:xfrm>
              <a:off x="4864607" y="5230367"/>
              <a:ext cx="3237230" cy="749935"/>
            </a:xfrm>
            <a:custGeom>
              <a:avLst/>
              <a:gdLst/>
              <a:ahLst/>
              <a:cxnLst/>
              <a:rect l="l" t="t" r="r" b="b"/>
              <a:pathLst>
                <a:path w="3237229" h="749935">
                  <a:moveTo>
                    <a:pt x="3112008" y="0"/>
                  </a:moveTo>
                  <a:lnTo>
                    <a:pt x="124967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80"/>
                  </a:lnTo>
                  <a:lnTo>
                    <a:pt x="36623" y="713203"/>
                  </a:lnTo>
                  <a:lnTo>
                    <a:pt x="76348" y="739986"/>
                  </a:lnTo>
                  <a:lnTo>
                    <a:pt x="124967" y="749807"/>
                  </a:lnTo>
                  <a:lnTo>
                    <a:pt x="3112008" y="749807"/>
                  </a:lnTo>
                  <a:lnTo>
                    <a:pt x="3160627" y="739986"/>
                  </a:lnTo>
                  <a:lnTo>
                    <a:pt x="3200352" y="713203"/>
                  </a:lnTo>
                  <a:lnTo>
                    <a:pt x="3227147" y="673480"/>
                  </a:lnTo>
                  <a:lnTo>
                    <a:pt x="3236975" y="624839"/>
                  </a:lnTo>
                  <a:lnTo>
                    <a:pt x="3236975" y="124967"/>
                  </a:lnTo>
                  <a:lnTo>
                    <a:pt x="3227147" y="76348"/>
                  </a:lnTo>
                  <a:lnTo>
                    <a:pt x="3200352" y="36623"/>
                  </a:lnTo>
                  <a:lnTo>
                    <a:pt x="3160627" y="9828"/>
                  </a:lnTo>
                  <a:lnTo>
                    <a:pt x="311200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ar-SA" sz="2000" dirty="0"/>
                <a:t>الملاحظات :</a:t>
              </a:r>
              <a:br>
                <a:rPr lang="en-US" sz="2000" dirty="0"/>
              </a:br>
              <a:r>
                <a:rPr lang="ar-SA" sz="20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عدم وجود </a:t>
              </a:r>
              <a:r>
                <a:rPr lang="ar-EG" sz="20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أ</a:t>
              </a:r>
              <a:r>
                <a:rPr lang="ar-SA" sz="20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شرط</a:t>
              </a:r>
              <a:r>
                <a:rPr lang="ar-EG" sz="20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ة</a:t>
              </a:r>
              <a:r>
                <a:rPr lang="ar-SA" sz="20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 تحذيري</a:t>
              </a:r>
              <a:r>
                <a:rPr lang="ar-EG" sz="20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ة</a:t>
              </a:r>
              <a:r>
                <a:rPr lang="ar-SA" sz="20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 حول المولدات</a:t>
              </a:r>
              <a:endParaRPr lang="en-US" sz="2000" dirty="0"/>
            </a:p>
            <a:p>
              <a:pPr algn="ctr"/>
              <a:endParaRPr lang="ar-SA" sz="2000" dirty="0"/>
            </a:p>
          </p:txBody>
        </p:sp>
        <p:sp>
          <p:nvSpPr>
            <p:cNvPr id="103" name="object 56">
              <a:extLst>
                <a:ext uri="{FF2B5EF4-FFF2-40B4-BE49-F238E27FC236}">
                  <a16:creationId xmlns:a16="http://schemas.microsoft.com/office/drawing/2014/main" id="{7D02ECB7-3B85-7954-63A1-356AADDFA2C1}"/>
                </a:ext>
              </a:extLst>
            </p:cNvPr>
            <p:cNvSpPr/>
            <p:nvPr/>
          </p:nvSpPr>
          <p:spPr>
            <a:xfrm>
              <a:off x="4864607" y="5230367"/>
              <a:ext cx="3237230" cy="749935"/>
            </a:xfrm>
            <a:custGeom>
              <a:avLst/>
              <a:gdLst/>
              <a:ahLst/>
              <a:cxnLst/>
              <a:rect l="l" t="t" r="r" b="b"/>
              <a:pathLst>
                <a:path w="3237229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7" y="0"/>
                  </a:lnTo>
                  <a:lnTo>
                    <a:pt x="3112008" y="0"/>
                  </a:lnTo>
                  <a:lnTo>
                    <a:pt x="3160627" y="9828"/>
                  </a:lnTo>
                  <a:lnTo>
                    <a:pt x="3200352" y="36623"/>
                  </a:lnTo>
                  <a:lnTo>
                    <a:pt x="3227147" y="76348"/>
                  </a:lnTo>
                  <a:lnTo>
                    <a:pt x="3236975" y="124967"/>
                  </a:lnTo>
                  <a:lnTo>
                    <a:pt x="3236975" y="624839"/>
                  </a:lnTo>
                  <a:lnTo>
                    <a:pt x="3227147" y="673480"/>
                  </a:lnTo>
                  <a:lnTo>
                    <a:pt x="3200352" y="713203"/>
                  </a:lnTo>
                  <a:lnTo>
                    <a:pt x="3160627" y="739986"/>
                  </a:lnTo>
                  <a:lnTo>
                    <a:pt x="3112008" y="749807"/>
                  </a:lnTo>
                  <a:lnTo>
                    <a:pt x="124967" y="749807"/>
                  </a:lnTo>
                  <a:lnTo>
                    <a:pt x="76348" y="739986"/>
                  </a:lnTo>
                  <a:lnTo>
                    <a:pt x="36623" y="713203"/>
                  </a:lnTo>
                  <a:lnTo>
                    <a:pt x="9828" y="673480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12700">
              <a:solidFill>
                <a:srgbClr val="D5DD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50">
            <a:extLst>
              <a:ext uri="{FF2B5EF4-FFF2-40B4-BE49-F238E27FC236}">
                <a16:creationId xmlns:a16="http://schemas.microsoft.com/office/drawing/2014/main" id="{F0C988F7-7A4A-AFC5-1F79-1B6B63EBB4FC}"/>
              </a:ext>
            </a:extLst>
          </p:cNvPr>
          <p:cNvGrpSpPr/>
          <p:nvPr/>
        </p:nvGrpSpPr>
        <p:grpSpPr>
          <a:xfrm>
            <a:off x="576566" y="1157252"/>
            <a:ext cx="3590810" cy="4694893"/>
            <a:chOff x="4812791" y="1982723"/>
            <a:chExt cx="3337560" cy="4090428"/>
          </a:xfrm>
        </p:grpSpPr>
        <p:pic>
          <p:nvPicPr>
            <p:cNvPr id="109" name="object 51">
              <a:extLst>
                <a:ext uri="{FF2B5EF4-FFF2-40B4-BE49-F238E27FC236}">
                  <a16:creationId xmlns:a16="http://schemas.microsoft.com/office/drawing/2014/main" id="{62864C28-6275-4AF7-BF3D-0E011A3C14A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2791" y="1982723"/>
              <a:ext cx="3337560" cy="3238500"/>
            </a:xfrm>
            <a:prstGeom prst="rect">
              <a:avLst/>
            </a:prstGeom>
          </p:spPr>
        </p:pic>
        <p:sp>
          <p:nvSpPr>
            <p:cNvPr id="110" name="object 52">
              <a:extLst>
                <a:ext uri="{FF2B5EF4-FFF2-40B4-BE49-F238E27FC236}">
                  <a16:creationId xmlns:a16="http://schemas.microsoft.com/office/drawing/2014/main" id="{2DB4A898-EDF0-5483-4362-B511299A50D4}"/>
                </a:ext>
              </a:extLst>
            </p:cNvPr>
            <p:cNvSpPr/>
            <p:nvPr/>
          </p:nvSpPr>
          <p:spPr>
            <a:xfrm>
              <a:off x="4865369" y="2012441"/>
              <a:ext cx="3237230" cy="3138170"/>
            </a:xfrm>
            <a:custGeom>
              <a:avLst/>
              <a:gdLst/>
              <a:ahLst/>
              <a:cxnLst/>
              <a:rect l="l" t="t" r="r" b="b"/>
              <a:pathLst>
                <a:path w="3237229" h="3138170">
                  <a:moveTo>
                    <a:pt x="2713989" y="0"/>
                  </a:moveTo>
                  <a:lnTo>
                    <a:pt x="522985" y="0"/>
                  </a:lnTo>
                  <a:lnTo>
                    <a:pt x="475389" y="2137"/>
                  </a:lnTo>
                  <a:lnTo>
                    <a:pt x="428988" y="8427"/>
                  </a:lnTo>
                  <a:lnTo>
                    <a:pt x="383969" y="18684"/>
                  </a:lnTo>
                  <a:lnTo>
                    <a:pt x="340515" y="32723"/>
                  </a:lnTo>
                  <a:lnTo>
                    <a:pt x="298811" y="50361"/>
                  </a:lnTo>
                  <a:lnTo>
                    <a:pt x="259042" y="71411"/>
                  </a:lnTo>
                  <a:lnTo>
                    <a:pt x="221393" y="95690"/>
                  </a:lnTo>
                  <a:lnTo>
                    <a:pt x="186048" y="123012"/>
                  </a:lnTo>
                  <a:lnTo>
                    <a:pt x="153193" y="153193"/>
                  </a:lnTo>
                  <a:lnTo>
                    <a:pt x="123012" y="186048"/>
                  </a:lnTo>
                  <a:lnTo>
                    <a:pt x="95690" y="221393"/>
                  </a:lnTo>
                  <a:lnTo>
                    <a:pt x="71411" y="259042"/>
                  </a:lnTo>
                  <a:lnTo>
                    <a:pt x="50361" y="298811"/>
                  </a:lnTo>
                  <a:lnTo>
                    <a:pt x="32723" y="340515"/>
                  </a:lnTo>
                  <a:lnTo>
                    <a:pt x="18684" y="383969"/>
                  </a:lnTo>
                  <a:lnTo>
                    <a:pt x="8427" y="428988"/>
                  </a:lnTo>
                  <a:lnTo>
                    <a:pt x="2137" y="475389"/>
                  </a:lnTo>
                  <a:lnTo>
                    <a:pt x="0" y="522986"/>
                  </a:lnTo>
                  <a:lnTo>
                    <a:pt x="0" y="2614930"/>
                  </a:lnTo>
                  <a:lnTo>
                    <a:pt x="2137" y="2662526"/>
                  </a:lnTo>
                  <a:lnTo>
                    <a:pt x="8427" y="2708927"/>
                  </a:lnTo>
                  <a:lnTo>
                    <a:pt x="18684" y="2753946"/>
                  </a:lnTo>
                  <a:lnTo>
                    <a:pt x="32723" y="2797400"/>
                  </a:lnTo>
                  <a:lnTo>
                    <a:pt x="50361" y="2839104"/>
                  </a:lnTo>
                  <a:lnTo>
                    <a:pt x="71411" y="2878873"/>
                  </a:lnTo>
                  <a:lnTo>
                    <a:pt x="95690" y="2916522"/>
                  </a:lnTo>
                  <a:lnTo>
                    <a:pt x="123012" y="2951867"/>
                  </a:lnTo>
                  <a:lnTo>
                    <a:pt x="153193" y="2984722"/>
                  </a:lnTo>
                  <a:lnTo>
                    <a:pt x="186048" y="3014903"/>
                  </a:lnTo>
                  <a:lnTo>
                    <a:pt x="221393" y="3042225"/>
                  </a:lnTo>
                  <a:lnTo>
                    <a:pt x="259042" y="3066504"/>
                  </a:lnTo>
                  <a:lnTo>
                    <a:pt x="298811" y="3087554"/>
                  </a:lnTo>
                  <a:lnTo>
                    <a:pt x="340515" y="3105192"/>
                  </a:lnTo>
                  <a:lnTo>
                    <a:pt x="383969" y="3119231"/>
                  </a:lnTo>
                  <a:lnTo>
                    <a:pt x="428988" y="3129488"/>
                  </a:lnTo>
                  <a:lnTo>
                    <a:pt x="475389" y="3135778"/>
                  </a:lnTo>
                  <a:lnTo>
                    <a:pt x="522985" y="3137916"/>
                  </a:lnTo>
                  <a:lnTo>
                    <a:pt x="2713989" y="3137916"/>
                  </a:lnTo>
                  <a:lnTo>
                    <a:pt x="2761586" y="3135778"/>
                  </a:lnTo>
                  <a:lnTo>
                    <a:pt x="2807987" y="3129488"/>
                  </a:lnTo>
                  <a:lnTo>
                    <a:pt x="2853006" y="3119231"/>
                  </a:lnTo>
                  <a:lnTo>
                    <a:pt x="2896460" y="3105192"/>
                  </a:lnTo>
                  <a:lnTo>
                    <a:pt x="2938164" y="3087554"/>
                  </a:lnTo>
                  <a:lnTo>
                    <a:pt x="2977933" y="3066504"/>
                  </a:lnTo>
                  <a:lnTo>
                    <a:pt x="3015582" y="3042225"/>
                  </a:lnTo>
                  <a:lnTo>
                    <a:pt x="3050927" y="3014903"/>
                  </a:lnTo>
                  <a:lnTo>
                    <a:pt x="3083782" y="2984722"/>
                  </a:lnTo>
                  <a:lnTo>
                    <a:pt x="3113963" y="2951867"/>
                  </a:lnTo>
                  <a:lnTo>
                    <a:pt x="3141285" y="2916522"/>
                  </a:lnTo>
                  <a:lnTo>
                    <a:pt x="3165564" y="2878873"/>
                  </a:lnTo>
                  <a:lnTo>
                    <a:pt x="3186614" y="2839104"/>
                  </a:lnTo>
                  <a:lnTo>
                    <a:pt x="3204252" y="2797400"/>
                  </a:lnTo>
                  <a:lnTo>
                    <a:pt x="3218291" y="2753946"/>
                  </a:lnTo>
                  <a:lnTo>
                    <a:pt x="3228548" y="2708927"/>
                  </a:lnTo>
                  <a:lnTo>
                    <a:pt x="3234838" y="2662526"/>
                  </a:lnTo>
                  <a:lnTo>
                    <a:pt x="3236976" y="2614930"/>
                  </a:lnTo>
                  <a:lnTo>
                    <a:pt x="3236976" y="522986"/>
                  </a:lnTo>
                  <a:lnTo>
                    <a:pt x="3234838" y="475389"/>
                  </a:lnTo>
                  <a:lnTo>
                    <a:pt x="3228548" y="428988"/>
                  </a:lnTo>
                  <a:lnTo>
                    <a:pt x="3218291" y="383969"/>
                  </a:lnTo>
                  <a:lnTo>
                    <a:pt x="3204252" y="340515"/>
                  </a:lnTo>
                  <a:lnTo>
                    <a:pt x="3186614" y="298811"/>
                  </a:lnTo>
                  <a:lnTo>
                    <a:pt x="3165564" y="259042"/>
                  </a:lnTo>
                  <a:lnTo>
                    <a:pt x="3141285" y="221393"/>
                  </a:lnTo>
                  <a:lnTo>
                    <a:pt x="3113963" y="186048"/>
                  </a:lnTo>
                  <a:lnTo>
                    <a:pt x="3083782" y="153193"/>
                  </a:lnTo>
                  <a:lnTo>
                    <a:pt x="3050927" y="123012"/>
                  </a:lnTo>
                  <a:lnTo>
                    <a:pt x="3015582" y="95690"/>
                  </a:lnTo>
                  <a:lnTo>
                    <a:pt x="2977933" y="71411"/>
                  </a:lnTo>
                  <a:lnTo>
                    <a:pt x="2938164" y="50361"/>
                  </a:lnTo>
                  <a:lnTo>
                    <a:pt x="2896460" y="32723"/>
                  </a:lnTo>
                  <a:lnTo>
                    <a:pt x="2853006" y="18684"/>
                  </a:lnTo>
                  <a:lnTo>
                    <a:pt x="2807987" y="8427"/>
                  </a:lnTo>
                  <a:lnTo>
                    <a:pt x="2761586" y="2137"/>
                  </a:lnTo>
                  <a:lnTo>
                    <a:pt x="2713989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53">
              <a:extLst>
                <a:ext uri="{FF2B5EF4-FFF2-40B4-BE49-F238E27FC236}">
                  <a16:creationId xmlns:a16="http://schemas.microsoft.com/office/drawing/2014/main" id="{4824EF34-9847-FB9E-EBAD-9F4F9CE4A419}"/>
                </a:ext>
              </a:extLst>
            </p:cNvPr>
            <p:cNvSpPr/>
            <p:nvPr/>
          </p:nvSpPr>
          <p:spPr>
            <a:xfrm>
              <a:off x="4865369" y="2012441"/>
              <a:ext cx="3237230" cy="3138170"/>
            </a:xfrm>
            <a:custGeom>
              <a:avLst/>
              <a:gdLst/>
              <a:ahLst/>
              <a:cxnLst/>
              <a:rect l="l" t="t" r="r" b="b"/>
              <a:pathLst>
                <a:path w="3237229" h="3138170">
                  <a:moveTo>
                    <a:pt x="0" y="522986"/>
                  </a:moveTo>
                  <a:lnTo>
                    <a:pt x="2137" y="475389"/>
                  </a:lnTo>
                  <a:lnTo>
                    <a:pt x="8427" y="428988"/>
                  </a:lnTo>
                  <a:lnTo>
                    <a:pt x="18684" y="383969"/>
                  </a:lnTo>
                  <a:lnTo>
                    <a:pt x="32723" y="340515"/>
                  </a:lnTo>
                  <a:lnTo>
                    <a:pt x="50361" y="298811"/>
                  </a:lnTo>
                  <a:lnTo>
                    <a:pt x="71411" y="259042"/>
                  </a:lnTo>
                  <a:lnTo>
                    <a:pt x="95690" y="221393"/>
                  </a:lnTo>
                  <a:lnTo>
                    <a:pt x="123012" y="186048"/>
                  </a:lnTo>
                  <a:lnTo>
                    <a:pt x="153193" y="153193"/>
                  </a:lnTo>
                  <a:lnTo>
                    <a:pt x="186048" y="123012"/>
                  </a:lnTo>
                  <a:lnTo>
                    <a:pt x="221393" y="95690"/>
                  </a:lnTo>
                  <a:lnTo>
                    <a:pt x="259042" y="71411"/>
                  </a:lnTo>
                  <a:lnTo>
                    <a:pt x="298811" y="50361"/>
                  </a:lnTo>
                  <a:lnTo>
                    <a:pt x="340515" y="32723"/>
                  </a:lnTo>
                  <a:lnTo>
                    <a:pt x="383969" y="18684"/>
                  </a:lnTo>
                  <a:lnTo>
                    <a:pt x="428988" y="8427"/>
                  </a:lnTo>
                  <a:lnTo>
                    <a:pt x="475389" y="2137"/>
                  </a:lnTo>
                  <a:lnTo>
                    <a:pt x="522985" y="0"/>
                  </a:lnTo>
                  <a:lnTo>
                    <a:pt x="2713989" y="0"/>
                  </a:lnTo>
                  <a:lnTo>
                    <a:pt x="2761586" y="2137"/>
                  </a:lnTo>
                  <a:lnTo>
                    <a:pt x="2807987" y="8427"/>
                  </a:lnTo>
                  <a:lnTo>
                    <a:pt x="2853006" y="18684"/>
                  </a:lnTo>
                  <a:lnTo>
                    <a:pt x="2896460" y="32723"/>
                  </a:lnTo>
                  <a:lnTo>
                    <a:pt x="2938164" y="50361"/>
                  </a:lnTo>
                  <a:lnTo>
                    <a:pt x="2977933" y="71411"/>
                  </a:lnTo>
                  <a:lnTo>
                    <a:pt x="3015582" y="95690"/>
                  </a:lnTo>
                  <a:lnTo>
                    <a:pt x="3050927" y="123012"/>
                  </a:lnTo>
                  <a:lnTo>
                    <a:pt x="3083782" y="153193"/>
                  </a:lnTo>
                  <a:lnTo>
                    <a:pt x="3113963" y="186048"/>
                  </a:lnTo>
                  <a:lnTo>
                    <a:pt x="3141285" y="221393"/>
                  </a:lnTo>
                  <a:lnTo>
                    <a:pt x="3165564" y="259042"/>
                  </a:lnTo>
                  <a:lnTo>
                    <a:pt x="3186614" y="298811"/>
                  </a:lnTo>
                  <a:lnTo>
                    <a:pt x="3204252" y="340515"/>
                  </a:lnTo>
                  <a:lnTo>
                    <a:pt x="3218291" y="383969"/>
                  </a:lnTo>
                  <a:lnTo>
                    <a:pt x="3228548" y="428988"/>
                  </a:lnTo>
                  <a:lnTo>
                    <a:pt x="3234838" y="475389"/>
                  </a:lnTo>
                  <a:lnTo>
                    <a:pt x="3236976" y="522986"/>
                  </a:lnTo>
                  <a:lnTo>
                    <a:pt x="3236976" y="2614930"/>
                  </a:lnTo>
                  <a:lnTo>
                    <a:pt x="3234838" y="2662526"/>
                  </a:lnTo>
                  <a:lnTo>
                    <a:pt x="3228548" y="2708927"/>
                  </a:lnTo>
                  <a:lnTo>
                    <a:pt x="3218291" y="2753946"/>
                  </a:lnTo>
                  <a:lnTo>
                    <a:pt x="3204252" y="2797400"/>
                  </a:lnTo>
                  <a:lnTo>
                    <a:pt x="3186614" y="2839104"/>
                  </a:lnTo>
                  <a:lnTo>
                    <a:pt x="3165564" y="2878873"/>
                  </a:lnTo>
                  <a:lnTo>
                    <a:pt x="3141285" y="2916522"/>
                  </a:lnTo>
                  <a:lnTo>
                    <a:pt x="3113963" y="2951867"/>
                  </a:lnTo>
                  <a:lnTo>
                    <a:pt x="3083782" y="2984722"/>
                  </a:lnTo>
                  <a:lnTo>
                    <a:pt x="3050927" y="3014903"/>
                  </a:lnTo>
                  <a:lnTo>
                    <a:pt x="3015582" y="3042225"/>
                  </a:lnTo>
                  <a:lnTo>
                    <a:pt x="2977933" y="3066504"/>
                  </a:lnTo>
                  <a:lnTo>
                    <a:pt x="2938164" y="3087554"/>
                  </a:lnTo>
                  <a:lnTo>
                    <a:pt x="2896460" y="3105192"/>
                  </a:lnTo>
                  <a:lnTo>
                    <a:pt x="2853006" y="3119231"/>
                  </a:lnTo>
                  <a:lnTo>
                    <a:pt x="2807987" y="3129488"/>
                  </a:lnTo>
                  <a:lnTo>
                    <a:pt x="2761586" y="3135778"/>
                  </a:lnTo>
                  <a:lnTo>
                    <a:pt x="2713989" y="3137916"/>
                  </a:lnTo>
                  <a:lnTo>
                    <a:pt x="522985" y="3137916"/>
                  </a:lnTo>
                  <a:lnTo>
                    <a:pt x="475389" y="3135778"/>
                  </a:lnTo>
                  <a:lnTo>
                    <a:pt x="428988" y="3129488"/>
                  </a:lnTo>
                  <a:lnTo>
                    <a:pt x="383969" y="3119231"/>
                  </a:lnTo>
                  <a:lnTo>
                    <a:pt x="340515" y="3105192"/>
                  </a:lnTo>
                  <a:lnTo>
                    <a:pt x="298811" y="3087554"/>
                  </a:lnTo>
                  <a:lnTo>
                    <a:pt x="259042" y="3066504"/>
                  </a:lnTo>
                  <a:lnTo>
                    <a:pt x="221393" y="3042225"/>
                  </a:lnTo>
                  <a:lnTo>
                    <a:pt x="186048" y="3014903"/>
                  </a:lnTo>
                  <a:lnTo>
                    <a:pt x="153193" y="2984722"/>
                  </a:lnTo>
                  <a:lnTo>
                    <a:pt x="123012" y="2951867"/>
                  </a:lnTo>
                  <a:lnTo>
                    <a:pt x="95690" y="2916522"/>
                  </a:lnTo>
                  <a:lnTo>
                    <a:pt x="71411" y="2878873"/>
                  </a:lnTo>
                  <a:lnTo>
                    <a:pt x="50361" y="2839104"/>
                  </a:lnTo>
                  <a:lnTo>
                    <a:pt x="32723" y="2797400"/>
                  </a:lnTo>
                  <a:lnTo>
                    <a:pt x="18684" y="2753946"/>
                  </a:lnTo>
                  <a:lnTo>
                    <a:pt x="8427" y="2708927"/>
                  </a:lnTo>
                  <a:lnTo>
                    <a:pt x="2137" y="2662526"/>
                  </a:lnTo>
                  <a:lnTo>
                    <a:pt x="0" y="2614930"/>
                  </a:lnTo>
                  <a:lnTo>
                    <a:pt x="0" y="522986"/>
                  </a:lnTo>
                  <a:close/>
                </a:path>
              </a:pathLst>
            </a:custGeom>
            <a:ln w="19050">
              <a:solidFill>
                <a:srgbClr val="F5821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12" name="object 54">
              <a:extLst>
                <a:ext uri="{FF2B5EF4-FFF2-40B4-BE49-F238E27FC236}">
                  <a16:creationId xmlns:a16="http://schemas.microsoft.com/office/drawing/2014/main" id="{81D4F7ED-D855-17F4-5BA3-147C574A4E6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5839" y="5204459"/>
              <a:ext cx="3329940" cy="842784"/>
            </a:xfrm>
            <a:prstGeom prst="rect">
              <a:avLst/>
            </a:prstGeom>
          </p:spPr>
        </p:pic>
        <p:sp>
          <p:nvSpPr>
            <p:cNvPr id="113" name="object 55">
              <a:extLst>
                <a:ext uri="{FF2B5EF4-FFF2-40B4-BE49-F238E27FC236}">
                  <a16:creationId xmlns:a16="http://schemas.microsoft.com/office/drawing/2014/main" id="{7B01B0B1-9970-A825-9C4F-BF2D067A08F9}"/>
                </a:ext>
              </a:extLst>
            </p:cNvPr>
            <p:cNvSpPr/>
            <p:nvPr/>
          </p:nvSpPr>
          <p:spPr>
            <a:xfrm>
              <a:off x="4864607" y="5230367"/>
              <a:ext cx="3237230" cy="842784"/>
            </a:xfrm>
            <a:custGeom>
              <a:avLst/>
              <a:gdLst/>
              <a:ahLst/>
              <a:cxnLst/>
              <a:rect l="l" t="t" r="r" b="b"/>
              <a:pathLst>
                <a:path w="3237229" h="749935">
                  <a:moveTo>
                    <a:pt x="3112008" y="0"/>
                  </a:moveTo>
                  <a:lnTo>
                    <a:pt x="124967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80"/>
                  </a:lnTo>
                  <a:lnTo>
                    <a:pt x="36623" y="713203"/>
                  </a:lnTo>
                  <a:lnTo>
                    <a:pt x="76348" y="739986"/>
                  </a:lnTo>
                  <a:lnTo>
                    <a:pt x="124967" y="749807"/>
                  </a:lnTo>
                  <a:lnTo>
                    <a:pt x="3112008" y="749807"/>
                  </a:lnTo>
                  <a:lnTo>
                    <a:pt x="3160627" y="739986"/>
                  </a:lnTo>
                  <a:lnTo>
                    <a:pt x="3200352" y="713203"/>
                  </a:lnTo>
                  <a:lnTo>
                    <a:pt x="3227147" y="673480"/>
                  </a:lnTo>
                  <a:lnTo>
                    <a:pt x="3236975" y="624839"/>
                  </a:lnTo>
                  <a:lnTo>
                    <a:pt x="3236975" y="124967"/>
                  </a:lnTo>
                  <a:lnTo>
                    <a:pt x="3227147" y="76348"/>
                  </a:lnTo>
                  <a:lnTo>
                    <a:pt x="3200352" y="36623"/>
                  </a:lnTo>
                  <a:lnTo>
                    <a:pt x="3160627" y="9828"/>
                  </a:lnTo>
                  <a:lnTo>
                    <a:pt x="311200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ar-SA" sz="2400" dirty="0"/>
                <a:t>التصحيح:</a:t>
              </a:r>
            </a:p>
            <a:p>
              <a:pPr algn="ctr"/>
              <a:r>
                <a:rPr lang="ar-SA" sz="1600" dirty="0"/>
                <a:t>تم تعديل الوضع</a:t>
              </a:r>
            </a:p>
          </p:txBody>
        </p:sp>
        <p:sp>
          <p:nvSpPr>
            <p:cNvPr id="114" name="object 56">
              <a:extLst>
                <a:ext uri="{FF2B5EF4-FFF2-40B4-BE49-F238E27FC236}">
                  <a16:creationId xmlns:a16="http://schemas.microsoft.com/office/drawing/2014/main" id="{48FEE065-C4D6-0E8F-1DB9-F908055497EE}"/>
                </a:ext>
              </a:extLst>
            </p:cNvPr>
            <p:cNvSpPr/>
            <p:nvPr/>
          </p:nvSpPr>
          <p:spPr>
            <a:xfrm>
              <a:off x="4864607" y="5230367"/>
              <a:ext cx="3237230" cy="749935"/>
            </a:xfrm>
            <a:custGeom>
              <a:avLst/>
              <a:gdLst/>
              <a:ahLst/>
              <a:cxnLst/>
              <a:rect l="l" t="t" r="r" b="b"/>
              <a:pathLst>
                <a:path w="3237229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7" y="0"/>
                  </a:lnTo>
                  <a:lnTo>
                    <a:pt x="3112008" y="0"/>
                  </a:lnTo>
                  <a:lnTo>
                    <a:pt x="3160627" y="9828"/>
                  </a:lnTo>
                  <a:lnTo>
                    <a:pt x="3200352" y="36623"/>
                  </a:lnTo>
                  <a:lnTo>
                    <a:pt x="3227147" y="76348"/>
                  </a:lnTo>
                  <a:lnTo>
                    <a:pt x="3236975" y="124967"/>
                  </a:lnTo>
                  <a:lnTo>
                    <a:pt x="3236975" y="624839"/>
                  </a:lnTo>
                  <a:lnTo>
                    <a:pt x="3227147" y="673480"/>
                  </a:lnTo>
                  <a:lnTo>
                    <a:pt x="3200352" y="713203"/>
                  </a:lnTo>
                  <a:lnTo>
                    <a:pt x="3160627" y="739986"/>
                  </a:lnTo>
                  <a:lnTo>
                    <a:pt x="3112008" y="749807"/>
                  </a:lnTo>
                  <a:lnTo>
                    <a:pt x="124967" y="749807"/>
                  </a:lnTo>
                  <a:lnTo>
                    <a:pt x="76348" y="739986"/>
                  </a:lnTo>
                  <a:lnTo>
                    <a:pt x="36623" y="713203"/>
                  </a:lnTo>
                  <a:lnTo>
                    <a:pt x="9828" y="673480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12700">
              <a:solidFill>
                <a:srgbClr val="D5DD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75">
            <a:extLst>
              <a:ext uri="{FF2B5EF4-FFF2-40B4-BE49-F238E27FC236}">
                <a16:creationId xmlns:a16="http://schemas.microsoft.com/office/drawing/2014/main" id="{D42B4F4E-7323-4E57-D0F2-2230F2516970}"/>
              </a:ext>
            </a:extLst>
          </p:cNvPr>
          <p:cNvSpPr/>
          <p:nvPr/>
        </p:nvSpPr>
        <p:spPr>
          <a:xfrm>
            <a:off x="4146609" y="2812875"/>
            <a:ext cx="704365" cy="405823"/>
          </a:xfrm>
          <a:custGeom>
            <a:avLst/>
            <a:gdLst/>
            <a:ahLst/>
            <a:cxnLst/>
            <a:rect l="l" t="t" r="r" b="b"/>
            <a:pathLst>
              <a:path w="247014" h="475614">
                <a:moveTo>
                  <a:pt x="123444" y="0"/>
                </a:moveTo>
                <a:lnTo>
                  <a:pt x="0" y="237744"/>
                </a:lnTo>
                <a:lnTo>
                  <a:pt x="123444" y="475488"/>
                </a:lnTo>
                <a:lnTo>
                  <a:pt x="123444" y="356615"/>
                </a:lnTo>
                <a:lnTo>
                  <a:pt x="246887" y="356615"/>
                </a:lnTo>
                <a:lnTo>
                  <a:pt x="246887" y="118872"/>
                </a:lnTo>
                <a:lnTo>
                  <a:pt x="123444" y="118872"/>
                </a:lnTo>
                <a:lnTo>
                  <a:pt x="123444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1" name="object 20">
            <a:extLst>
              <a:ext uri="{FF2B5EF4-FFF2-40B4-BE49-F238E27FC236}">
                <a16:creationId xmlns:a16="http://schemas.microsoft.com/office/drawing/2014/main" id="{61CAED10-5F07-A506-B520-C711D8F24E53}"/>
              </a:ext>
            </a:extLst>
          </p:cNvPr>
          <p:cNvSpPr/>
          <p:nvPr/>
        </p:nvSpPr>
        <p:spPr>
          <a:xfrm>
            <a:off x="9132864" y="2019023"/>
            <a:ext cx="2524515" cy="517498"/>
          </a:xfrm>
          <a:custGeom>
            <a:avLst/>
            <a:gdLst/>
            <a:ahLst/>
            <a:cxnLst/>
            <a:rect l="l" t="t" r="r" b="b"/>
            <a:pathLst>
              <a:path w="2331720" h="530860">
                <a:moveTo>
                  <a:pt x="2243328" y="0"/>
                </a:moveTo>
                <a:lnTo>
                  <a:pt x="88391" y="0"/>
                </a:lnTo>
                <a:lnTo>
                  <a:pt x="54006" y="6953"/>
                </a:lnTo>
                <a:lnTo>
                  <a:pt x="25907" y="25908"/>
                </a:lnTo>
                <a:lnTo>
                  <a:pt x="6953" y="54006"/>
                </a:lnTo>
                <a:lnTo>
                  <a:pt x="0" y="88391"/>
                </a:lnTo>
                <a:lnTo>
                  <a:pt x="0" y="441959"/>
                </a:lnTo>
                <a:lnTo>
                  <a:pt x="6953" y="476345"/>
                </a:lnTo>
                <a:lnTo>
                  <a:pt x="25907" y="504443"/>
                </a:lnTo>
                <a:lnTo>
                  <a:pt x="54006" y="523398"/>
                </a:lnTo>
                <a:lnTo>
                  <a:pt x="88391" y="530351"/>
                </a:lnTo>
                <a:lnTo>
                  <a:pt x="2243328" y="530351"/>
                </a:lnTo>
                <a:lnTo>
                  <a:pt x="2277713" y="523398"/>
                </a:lnTo>
                <a:lnTo>
                  <a:pt x="2305812" y="504444"/>
                </a:lnTo>
                <a:lnTo>
                  <a:pt x="2324766" y="476345"/>
                </a:lnTo>
                <a:lnTo>
                  <a:pt x="2331720" y="441959"/>
                </a:lnTo>
                <a:lnTo>
                  <a:pt x="2331720" y="88391"/>
                </a:lnTo>
                <a:lnTo>
                  <a:pt x="2324766" y="54006"/>
                </a:lnTo>
                <a:lnTo>
                  <a:pt x="2305811" y="25908"/>
                </a:lnTo>
                <a:lnTo>
                  <a:pt x="2277713" y="6953"/>
                </a:lnTo>
                <a:lnTo>
                  <a:pt x="22433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3" name="TextBox 28">
            <a:extLst>
              <a:ext uri="{FF2B5EF4-FFF2-40B4-BE49-F238E27FC236}">
                <a16:creationId xmlns:a16="http://schemas.microsoft.com/office/drawing/2014/main" id="{CE3AD0DD-D2D0-9900-90D2-FB2C9B04926D}"/>
              </a:ext>
            </a:extLst>
          </p:cNvPr>
          <p:cNvSpPr txBox="1"/>
          <p:nvPr/>
        </p:nvSpPr>
        <p:spPr>
          <a:xfrm>
            <a:off x="9200457" y="1325019"/>
            <a:ext cx="2456988" cy="446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2300" b="1" dirty="0">
                <a:solidFill>
                  <a:schemeClr val="bg1"/>
                </a:solidFill>
                <a:latin typeface="+mj-lt"/>
                <a:ea typeface="Roboto"/>
                <a:cs typeface="+mj-cs"/>
              </a:rPr>
              <a:t>تفاصيل امر العمل</a:t>
            </a:r>
            <a:endParaRPr lang="en-US" sz="2300" b="1" dirty="0">
              <a:solidFill>
                <a:schemeClr val="bg1"/>
              </a:solidFill>
              <a:latin typeface="+mj-lt"/>
              <a:ea typeface="Roboto"/>
              <a:cs typeface="+mj-cs"/>
            </a:endParaRPr>
          </a:p>
        </p:txBody>
      </p:sp>
      <p:cxnSp>
        <p:nvCxnSpPr>
          <p:cNvPr id="134" name="رابط مستقيم 13">
            <a:extLst>
              <a:ext uri="{FF2B5EF4-FFF2-40B4-BE49-F238E27FC236}">
                <a16:creationId xmlns:a16="http://schemas.microsoft.com/office/drawing/2014/main" id="{4F88E07A-47CD-80C4-6445-D8C89B8CC030}"/>
              </a:ext>
            </a:extLst>
          </p:cNvPr>
          <p:cNvCxnSpPr/>
          <p:nvPr/>
        </p:nvCxnSpPr>
        <p:spPr>
          <a:xfrm>
            <a:off x="9154928" y="1816114"/>
            <a:ext cx="2578941" cy="0"/>
          </a:xfrm>
          <a:prstGeom prst="line">
            <a:avLst/>
          </a:prstGeom>
          <a:ln w="19050">
            <a:solidFill>
              <a:srgbClr val="F29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object 20">
            <a:extLst>
              <a:ext uri="{FF2B5EF4-FFF2-40B4-BE49-F238E27FC236}">
                <a16:creationId xmlns:a16="http://schemas.microsoft.com/office/drawing/2014/main" id="{CB3CB07E-48B1-F29D-2322-B0DA8CDF6C33}"/>
              </a:ext>
            </a:extLst>
          </p:cNvPr>
          <p:cNvSpPr/>
          <p:nvPr/>
        </p:nvSpPr>
        <p:spPr>
          <a:xfrm>
            <a:off x="9131222" y="2880939"/>
            <a:ext cx="2524515" cy="517498"/>
          </a:xfrm>
          <a:custGeom>
            <a:avLst/>
            <a:gdLst/>
            <a:ahLst/>
            <a:cxnLst/>
            <a:rect l="l" t="t" r="r" b="b"/>
            <a:pathLst>
              <a:path w="2331720" h="530860">
                <a:moveTo>
                  <a:pt x="2243328" y="0"/>
                </a:moveTo>
                <a:lnTo>
                  <a:pt x="88391" y="0"/>
                </a:lnTo>
                <a:lnTo>
                  <a:pt x="54006" y="6953"/>
                </a:lnTo>
                <a:lnTo>
                  <a:pt x="25907" y="25908"/>
                </a:lnTo>
                <a:lnTo>
                  <a:pt x="6953" y="54006"/>
                </a:lnTo>
                <a:lnTo>
                  <a:pt x="0" y="88391"/>
                </a:lnTo>
                <a:lnTo>
                  <a:pt x="0" y="441959"/>
                </a:lnTo>
                <a:lnTo>
                  <a:pt x="6953" y="476345"/>
                </a:lnTo>
                <a:lnTo>
                  <a:pt x="25907" y="504443"/>
                </a:lnTo>
                <a:lnTo>
                  <a:pt x="54006" y="523398"/>
                </a:lnTo>
                <a:lnTo>
                  <a:pt x="88391" y="530351"/>
                </a:lnTo>
                <a:lnTo>
                  <a:pt x="2243328" y="530351"/>
                </a:lnTo>
                <a:lnTo>
                  <a:pt x="2277713" y="523398"/>
                </a:lnTo>
                <a:lnTo>
                  <a:pt x="2305812" y="504444"/>
                </a:lnTo>
                <a:lnTo>
                  <a:pt x="2324766" y="476345"/>
                </a:lnTo>
                <a:lnTo>
                  <a:pt x="2331720" y="441959"/>
                </a:lnTo>
                <a:lnTo>
                  <a:pt x="2331720" y="88391"/>
                </a:lnTo>
                <a:lnTo>
                  <a:pt x="2324766" y="54006"/>
                </a:lnTo>
                <a:lnTo>
                  <a:pt x="2305811" y="25908"/>
                </a:lnTo>
                <a:lnTo>
                  <a:pt x="2277713" y="6953"/>
                </a:lnTo>
                <a:lnTo>
                  <a:pt x="22433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3" name="object 20">
            <a:extLst>
              <a:ext uri="{FF2B5EF4-FFF2-40B4-BE49-F238E27FC236}">
                <a16:creationId xmlns:a16="http://schemas.microsoft.com/office/drawing/2014/main" id="{86C4D611-98E2-5208-D83E-55F02CF1EAD4}"/>
              </a:ext>
            </a:extLst>
          </p:cNvPr>
          <p:cNvSpPr/>
          <p:nvPr/>
        </p:nvSpPr>
        <p:spPr>
          <a:xfrm>
            <a:off x="9131223" y="3772442"/>
            <a:ext cx="2524515" cy="517498"/>
          </a:xfrm>
          <a:custGeom>
            <a:avLst/>
            <a:gdLst/>
            <a:ahLst/>
            <a:cxnLst/>
            <a:rect l="l" t="t" r="r" b="b"/>
            <a:pathLst>
              <a:path w="2331720" h="530860">
                <a:moveTo>
                  <a:pt x="2243328" y="0"/>
                </a:moveTo>
                <a:lnTo>
                  <a:pt x="88391" y="0"/>
                </a:lnTo>
                <a:lnTo>
                  <a:pt x="54006" y="6953"/>
                </a:lnTo>
                <a:lnTo>
                  <a:pt x="25907" y="25908"/>
                </a:lnTo>
                <a:lnTo>
                  <a:pt x="6953" y="54006"/>
                </a:lnTo>
                <a:lnTo>
                  <a:pt x="0" y="88391"/>
                </a:lnTo>
                <a:lnTo>
                  <a:pt x="0" y="441959"/>
                </a:lnTo>
                <a:lnTo>
                  <a:pt x="6953" y="476345"/>
                </a:lnTo>
                <a:lnTo>
                  <a:pt x="25907" y="504443"/>
                </a:lnTo>
                <a:lnTo>
                  <a:pt x="54006" y="523398"/>
                </a:lnTo>
                <a:lnTo>
                  <a:pt x="88391" y="530351"/>
                </a:lnTo>
                <a:lnTo>
                  <a:pt x="2243328" y="530351"/>
                </a:lnTo>
                <a:lnTo>
                  <a:pt x="2277713" y="523398"/>
                </a:lnTo>
                <a:lnTo>
                  <a:pt x="2305812" y="504444"/>
                </a:lnTo>
                <a:lnTo>
                  <a:pt x="2324766" y="476345"/>
                </a:lnTo>
                <a:lnTo>
                  <a:pt x="2331720" y="441959"/>
                </a:lnTo>
                <a:lnTo>
                  <a:pt x="2331720" y="88391"/>
                </a:lnTo>
                <a:lnTo>
                  <a:pt x="2324766" y="54006"/>
                </a:lnTo>
                <a:lnTo>
                  <a:pt x="2305811" y="25908"/>
                </a:lnTo>
                <a:lnTo>
                  <a:pt x="2277713" y="6953"/>
                </a:lnTo>
                <a:lnTo>
                  <a:pt x="22433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5" name="object 20">
            <a:extLst>
              <a:ext uri="{FF2B5EF4-FFF2-40B4-BE49-F238E27FC236}">
                <a16:creationId xmlns:a16="http://schemas.microsoft.com/office/drawing/2014/main" id="{FBF2F1F0-5CA6-E4E6-F504-C706F6439496}"/>
              </a:ext>
            </a:extLst>
          </p:cNvPr>
          <p:cNvSpPr/>
          <p:nvPr/>
        </p:nvSpPr>
        <p:spPr>
          <a:xfrm>
            <a:off x="9131224" y="4636926"/>
            <a:ext cx="2524515" cy="517498"/>
          </a:xfrm>
          <a:custGeom>
            <a:avLst/>
            <a:gdLst/>
            <a:ahLst/>
            <a:cxnLst/>
            <a:rect l="l" t="t" r="r" b="b"/>
            <a:pathLst>
              <a:path w="2331720" h="530860">
                <a:moveTo>
                  <a:pt x="2243328" y="0"/>
                </a:moveTo>
                <a:lnTo>
                  <a:pt x="88391" y="0"/>
                </a:lnTo>
                <a:lnTo>
                  <a:pt x="54006" y="6953"/>
                </a:lnTo>
                <a:lnTo>
                  <a:pt x="25907" y="25908"/>
                </a:lnTo>
                <a:lnTo>
                  <a:pt x="6953" y="54006"/>
                </a:lnTo>
                <a:lnTo>
                  <a:pt x="0" y="88391"/>
                </a:lnTo>
                <a:lnTo>
                  <a:pt x="0" y="441959"/>
                </a:lnTo>
                <a:lnTo>
                  <a:pt x="6953" y="476345"/>
                </a:lnTo>
                <a:lnTo>
                  <a:pt x="25907" y="504443"/>
                </a:lnTo>
                <a:lnTo>
                  <a:pt x="54006" y="523398"/>
                </a:lnTo>
                <a:lnTo>
                  <a:pt x="88391" y="530351"/>
                </a:lnTo>
                <a:lnTo>
                  <a:pt x="2243328" y="530351"/>
                </a:lnTo>
                <a:lnTo>
                  <a:pt x="2277713" y="523398"/>
                </a:lnTo>
                <a:lnTo>
                  <a:pt x="2305812" y="504444"/>
                </a:lnTo>
                <a:lnTo>
                  <a:pt x="2324766" y="476345"/>
                </a:lnTo>
                <a:lnTo>
                  <a:pt x="2331720" y="441959"/>
                </a:lnTo>
                <a:lnTo>
                  <a:pt x="2331720" y="88391"/>
                </a:lnTo>
                <a:lnTo>
                  <a:pt x="2324766" y="54006"/>
                </a:lnTo>
                <a:lnTo>
                  <a:pt x="2305811" y="25908"/>
                </a:lnTo>
                <a:lnTo>
                  <a:pt x="2277713" y="6953"/>
                </a:lnTo>
                <a:lnTo>
                  <a:pt x="22433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1" name="Title 3">
            <a:extLst>
              <a:ext uri="{FF2B5EF4-FFF2-40B4-BE49-F238E27FC236}">
                <a16:creationId xmlns:a16="http://schemas.microsoft.com/office/drawing/2014/main" id="{67A902F1-B7E5-3DF2-D9CB-602E7BFBBB20}"/>
              </a:ext>
            </a:extLst>
          </p:cNvPr>
          <p:cNvSpPr>
            <a:spLocks noGrp="1"/>
          </p:cNvSpPr>
          <p:nvPr/>
        </p:nvSpPr>
        <p:spPr>
          <a:xfrm>
            <a:off x="9147892" y="2017819"/>
            <a:ext cx="2517034" cy="51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400" b="1" kern="1200" noProof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ar-SA" sz="1600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رقم امر العمل </a:t>
            </a:r>
          </a:p>
          <a:p>
            <a:pPr algn="ctr"/>
            <a:r>
              <a:rPr lang="en-US" sz="1500" b="0" dirty="0">
                <a:solidFill>
                  <a:srgbClr val="002060"/>
                </a:solidFill>
                <a:cs typeface="Almarai" pitchFamily="2" charset="-78"/>
              </a:rPr>
              <a:t>7075</a:t>
            </a:r>
          </a:p>
        </p:txBody>
      </p:sp>
      <p:sp>
        <p:nvSpPr>
          <p:cNvPr id="163" name="Title 3">
            <a:extLst>
              <a:ext uri="{FF2B5EF4-FFF2-40B4-BE49-F238E27FC236}">
                <a16:creationId xmlns:a16="http://schemas.microsoft.com/office/drawing/2014/main" id="{8E426925-7F30-7B05-A607-6CC7B8A0385E}"/>
              </a:ext>
            </a:extLst>
          </p:cNvPr>
          <p:cNvSpPr>
            <a:spLocks noGrp="1"/>
          </p:cNvSpPr>
          <p:nvPr/>
        </p:nvSpPr>
        <p:spPr>
          <a:xfrm>
            <a:off x="9098400" y="2901772"/>
            <a:ext cx="2517034" cy="51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400" b="1" kern="1200" noProof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ar-SA" sz="1600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المقاول</a:t>
            </a:r>
            <a:r>
              <a:rPr lang="ar-SA" sz="1500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 </a:t>
            </a:r>
            <a:endParaRPr lang="ar-SA" sz="1500" b="0" dirty="0">
              <a:solidFill>
                <a:srgbClr val="002060"/>
              </a:solidFill>
              <a:latin typeface="Almarai" pitchFamily="2" charset="-78"/>
              <a:cs typeface="Almarai" pitchFamily="2" charset="-78"/>
            </a:endParaRPr>
          </a:p>
          <a:p>
            <a:pPr algn="ctr"/>
            <a:r>
              <a:rPr lang="ar-SA" sz="1500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منصور المساعد</a:t>
            </a:r>
          </a:p>
        </p:txBody>
      </p:sp>
      <p:sp>
        <p:nvSpPr>
          <p:cNvPr id="167" name="Title 3">
            <a:extLst>
              <a:ext uri="{FF2B5EF4-FFF2-40B4-BE49-F238E27FC236}">
                <a16:creationId xmlns:a16="http://schemas.microsoft.com/office/drawing/2014/main" id="{3F9C12E6-4790-F332-6A46-D58E6212B385}"/>
              </a:ext>
            </a:extLst>
          </p:cNvPr>
          <p:cNvSpPr>
            <a:spLocks noGrp="1"/>
          </p:cNvSpPr>
          <p:nvPr/>
        </p:nvSpPr>
        <p:spPr>
          <a:xfrm>
            <a:off x="9098400" y="3796825"/>
            <a:ext cx="2517034" cy="51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400" b="1" kern="1200" noProof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ar-SA" sz="1600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نوع امر العمل</a:t>
            </a:r>
            <a:r>
              <a:rPr lang="ar-SA" sz="1500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 </a:t>
            </a:r>
          </a:p>
          <a:p>
            <a:pPr algn="ctr"/>
            <a:r>
              <a:rPr lang="ar-SA" sz="1600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استبدال طوارئ</a:t>
            </a:r>
            <a:endParaRPr lang="en-US" sz="1500" b="0" dirty="0">
              <a:solidFill>
                <a:srgbClr val="002060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169" name="Title 3">
            <a:extLst>
              <a:ext uri="{FF2B5EF4-FFF2-40B4-BE49-F238E27FC236}">
                <a16:creationId xmlns:a16="http://schemas.microsoft.com/office/drawing/2014/main" id="{A9FE1D80-F98B-BF14-FA0D-977ECBF6DF14}"/>
              </a:ext>
            </a:extLst>
          </p:cNvPr>
          <p:cNvSpPr>
            <a:spLocks noGrp="1"/>
          </p:cNvSpPr>
          <p:nvPr/>
        </p:nvSpPr>
        <p:spPr>
          <a:xfrm>
            <a:off x="9147892" y="4666274"/>
            <a:ext cx="2517034" cy="51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400" b="1" kern="1200" noProof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ar-SA" sz="1600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وصف العمل</a:t>
            </a:r>
            <a:endParaRPr lang="ar-SA" sz="1500" b="0" dirty="0">
              <a:solidFill>
                <a:srgbClr val="002060"/>
              </a:solidFill>
              <a:latin typeface="Almarai" pitchFamily="2" charset="-78"/>
              <a:cs typeface="Almarai" pitchFamily="2" charset="-78"/>
            </a:endParaRPr>
          </a:p>
          <a:p>
            <a:pPr algn="ctr"/>
            <a:r>
              <a:rPr lang="ar-SA" sz="1500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استبدال محطه </a:t>
            </a:r>
            <a:r>
              <a:rPr lang="ar-SA" sz="1500" dirty="0" err="1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بكدج</a:t>
            </a:r>
            <a:endParaRPr lang="ar-SA" sz="1500" dirty="0">
              <a:solidFill>
                <a:srgbClr val="002060"/>
              </a:solidFill>
              <a:latin typeface="Almarai" pitchFamily="2" charset="-78"/>
              <a:cs typeface="Almarai" pitchFamily="2" charset="-78"/>
            </a:endParaRPr>
          </a:p>
        </p:txBody>
      </p:sp>
      <p:pic>
        <p:nvPicPr>
          <p:cNvPr id="3" name="رسم 2">
            <a:extLst>
              <a:ext uri="{FF2B5EF4-FFF2-40B4-BE49-F238E27FC236}">
                <a16:creationId xmlns:a16="http://schemas.microsoft.com/office/drawing/2014/main" id="{7EF1FBB2-73B9-C13D-1027-226C7907D9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57" y="6358792"/>
            <a:ext cx="1120944" cy="453612"/>
          </a:xfrm>
          <a:prstGeom prst="rect">
            <a:avLst/>
          </a:prstGeom>
        </p:spPr>
      </p:pic>
      <p:grpSp>
        <p:nvGrpSpPr>
          <p:cNvPr id="10" name="object 4">
            <a:extLst>
              <a:ext uri="{FF2B5EF4-FFF2-40B4-BE49-F238E27FC236}">
                <a16:creationId xmlns:a16="http://schemas.microsoft.com/office/drawing/2014/main" id="{CD05D112-C966-23CE-E352-7FCCA5C4B4E1}"/>
              </a:ext>
            </a:extLst>
          </p:cNvPr>
          <p:cNvGrpSpPr/>
          <p:nvPr/>
        </p:nvGrpSpPr>
        <p:grpSpPr>
          <a:xfrm>
            <a:off x="479551" y="168262"/>
            <a:ext cx="11387773" cy="633105"/>
            <a:chOff x="479551" y="168262"/>
            <a:chExt cx="11387773" cy="63310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3D75A1A-E5D0-7CF7-E844-1C35884ACE3F}"/>
                </a:ext>
              </a:extLst>
            </p:cNvPr>
            <p:cNvSpPr/>
            <p:nvPr/>
          </p:nvSpPr>
          <p:spPr>
            <a:xfrm flipV="1">
              <a:off x="479551" y="755648"/>
              <a:ext cx="11387773" cy="45719"/>
            </a:xfrm>
            <a:custGeom>
              <a:avLst/>
              <a:gdLst/>
              <a:ahLst/>
              <a:cxnLst/>
              <a:rect l="l" t="t" r="r" b="b"/>
              <a:pathLst>
                <a:path w="11303000">
                  <a:moveTo>
                    <a:pt x="0" y="0"/>
                  </a:moveTo>
                  <a:lnTo>
                    <a:pt x="11302682" y="0"/>
                  </a:lnTo>
                </a:path>
              </a:pathLst>
            </a:cu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122D5A6-8BF0-E56F-1684-F749EE139902}"/>
                </a:ext>
              </a:extLst>
            </p:cNvPr>
            <p:cNvSpPr/>
            <p:nvPr/>
          </p:nvSpPr>
          <p:spPr>
            <a:xfrm>
              <a:off x="479551" y="168262"/>
              <a:ext cx="11387455" cy="530860"/>
            </a:xfrm>
            <a:custGeom>
              <a:avLst/>
              <a:gdLst/>
              <a:ahLst/>
              <a:cxnLst/>
              <a:rect l="l" t="t" r="r" b="b"/>
              <a:pathLst>
                <a:path w="11387455" h="530860">
                  <a:moveTo>
                    <a:pt x="11387455" y="0"/>
                  </a:moveTo>
                  <a:lnTo>
                    <a:pt x="0" y="0"/>
                  </a:lnTo>
                  <a:lnTo>
                    <a:pt x="0" y="530364"/>
                  </a:lnTo>
                  <a:lnTo>
                    <a:pt x="11387455" y="530364"/>
                  </a:lnTo>
                  <a:lnTo>
                    <a:pt x="1138745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20">
            <a:extLst>
              <a:ext uri="{FF2B5EF4-FFF2-40B4-BE49-F238E27FC236}">
                <a16:creationId xmlns:a16="http://schemas.microsoft.com/office/drawing/2014/main" id="{859D6AEC-77FD-C67B-314C-FA9BA0C02212}"/>
              </a:ext>
            </a:extLst>
          </p:cNvPr>
          <p:cNvSpPr/>
          <p:nvPr/>
        </p:nvSpPr>
        <p:spPr>
          <a:xfrm>
            <a:off x="9140411" y="5374966"/>
            <a:ext cx="2524515" cy="531308"/>
          </a:xfrm>
          <a:custGeom>
            <a:avLst/>
            <a:gdLst/>
            <a:ahLst/>
            <a:cxnLst/>
            <a:rect l="l" t="t" r="r" b="b"/>
            <a:pathLst>
              <a:path w="2331720" h="530860">
                <a:moveTo>
                  <a:pt x="2243328" y="0"/>
                </a:moveTo>
                <a:lnTo>
                  <a:pt x="88391" y="0"/>
                </a:lnTo>
                <a:lnTo>
                  <a:pt x="54006" y="6953"/>
                </a:lnTo>
                <a:lnTo>
                  <a:pt x="25907" y="25908"/>
                </a:lnTo>
                <a:lnTo>
                  <a:pt x="6953" y="54006"/>
                </a:lnTo>
                <a:lnTo>
                  <a:pt x="0" y="88391"/>
                </a:lnTo>
                <a:lnTo>
                  <a:pt x="0" y="441959"/>
                </a:lnTo>
                <a:lnTo>
                  <a:pt x="6953" y="476345"/>
                </a:lnTo>
                <a:lnTo>
                  <a:pt x="25907" y="504443"/>
                </a:lnTo>
                <a:lnTo>
                  <a:pt x="54006" y="523398"/>
                </a:lnTo>
                <a:lnTo>
                  <a:pt x="88391" y="530351"/>
                </a:lnTo>
                <a:lnTo>
                  <a:pt x="2243328" y="530351"/>
                </a:lnTo>
                <a:lnTo>
                  <a:pt x="2277713" y="523398"/>
                </a:lnTo>
                <a:lnTo>
                  <a:pt x="2305812" y="504444"/>
                </a:lnTo>
                <a:lnTo>
                  <a:pt x="2324766" y="476345"/>
                </a:lnTo>
                <a:lnTo>
                  <a:pt x="2331720" y="441959"/>
                </a:lnTo>
                <a:lnTo>
                  <a:pt x="2331720" y="88391"/>
                </a:lnTo>
                <a:lnTo>
                  <a:pt x="2324766" y="54006"/>
                </a:lnTo>
                <a:lnTo>
                  <a:pt x="2305811" y="25908"/>
                </a:lnTo>
                <a:lnTo>
                  <a:pt x="2277713" y="6953"/>
                </a:lnTo>
                <a:lnTo>
                  <a:pt x="22433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r>
              <a:rPr lang="ar-SA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الموقع :</a:t>
            </a:r>
          </a:p>
          <a:p>
            <a:pPr algn="ctr"/>
            <a:r>
              <a:rPr lang="ar-SA" dirty="0">
                <a:solidFill>
                  <a:srgbClr val="002060"/>
                </a:solidFill>
                <a:latin typeface="Almarai" pitchFamily="2" charset="-78"/>
                <a:cs typeface="Almarai" pitchFamily="2" charset="-78"/>
              </a:rPr>
              <a:t>العزيزية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1455AE-ACC6-DAD2-C81A-B82F667A270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313" y="1205211"/>
            <a:ext cx="2331364" cy="3496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DC91C4-582F-BCE1-D777-AD8E9F473C0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14" y="1212136"/>
            <a:ext cx="2724347" cy="35197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78339B-B09D-9600-B1D4-CE8198AE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8004"/>
                </a:solidFill>
                <a:latin typeface="Calibri" panose="020F0502020204030204" pitchFamily="34" charset="0"/>
              </a:rPr>
              <a:t>Public Internal - </a:t>
            </a:r>
            <a:r>
              <a:rPr lang="ar-SA" sz="1000" dirty="0">
                <a:solidFill>
                  <a:srgbClr val="008004"/>
                </a:solidFill>
                <a:latin typeface="Calibri" panose="020F0502020204030204" pitchFamily="34" charset="0"/>
              </a:rPr>
              <a:t>عام (داخلي) 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37869AD3-BB8D-4CE3-BE95-7B6BDDAE643C}"/>
              </a:ext>
            </a:extLst>
          </p:cNvPr>
          <p:cNvSpPr txBox="1"/>
          <p:nvPr/>
        </p:nvSpPr>
        <p:spPr>
          <a:xfrm>
            <a:off x="7707086" y="-200709"/>
            <a:ext cx="4159920" cy="8767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rtl="1">
              <a:lnSpc>
                <a:spcPts val="7370"/>
              </a:lnSpc>
            </a:pPr>
            <a:r>
              <a:rPr lang="ar-SA" sz="2100" b="1" dirty="0">
                <a:solidFill>
                  <a:schemeClr val="bg1"/>
                </a:solidFill>
                <a:ea typeface="+mn-lt"/>
                <a:cs typeface="+mj-cs"/>
                <a:sym typeface="Amiri Bold"/>
              </a:rPr>
              <a:t>الملاحظات المرصودة والاجراء التصحيحي</a:t>
            </a:r>
            <a:endParaRPr lang="en-US" sz="2100" b="1" dirty="0">
              <a:solidFill>
                <a:schemeClr val="bg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783724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1401F-3BC4-67E6-74CD-E06F2A1B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70061070-0BA3-4CF6-91B1-5BA5D4F093E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941A7284-D97E-C51F-0D61-E0825125C95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16" y="6223355"/>
              <a:ext cx="1427861" cy="437832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C67DC1E2-CCE5-400A-8918-41C806442CA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ADE589F9-1363-44E8-EFCC-82F3D2C0D6B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9137" y="4507738"/>
              <a:ext cx="162051" cy="162051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55FD43B6-8272-A827-AA8E-6DF914315D9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6820" y="6466611"/>
              <a:ext cx="105917" cy="105930"/>
            </a:xfrm>
            <a:prstGeom prst="rect">
              <a:avLst/>
            </a:prstGeom>
          </p:spPr>
        </p:pic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8498CB73-DA87-F007-B92B-55CD1E3993F6}"/>
                </a:ext>
              </a:extLst>
            </p:cNvPr>
            <p:cNvSpPr/>
            <p:nvPr/>
          </p:nvSpPr>
          <p:spPr>
            <a:xfrm>
              <a:off x="1072857" y="466979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79">
                  <a:moveTo>
                    <a:pt x="148374" y="0"/>
                  </a:moveTo>
                  <a:lnTo>
                    <a:pt x="101473" y="7563"/>
                  </a:lnTo>
                  <a:lnTo>
                    <a:pt x="60742" y="28622"/>
                  </a:lnTo>
                  <a:lnTo>
                    <a:pt x="28625" y="60734"/>
                  </a:lnTo>
                  <a:lnTo>
                    <a:pt x="7563" y="101453"/>
                  </a:lnTo>
                  <a:lnTo>
                    <a:pt x="0" y="148336"/>
                  </a:lnTo>
                  <a:lnTo>
                    <a:pt x="7563" y="195218"/>
                  </a:lnTo>
                  <a:lnTo>
                    <a:pt x="28625" y="235937"/>
                  </a:lnTo>
                  <a:lnTo>
                    <a:pt x="60742" y="268049"/>
                  </a:lnTo>
                  <a:lnTo>
                    <a:pt x="101473" y="289108"/>
                  </a:lnTo>
                  <a:lnTo>
                    <a:pt x="148374" y="296672"/>
                  </a:lnTo>
                  <a:lnTo>
                    <a:pt x="195256" y="289108"/>
                  </a:lnTo>
                  <a:lnTo>
                    <a:pt x="235975" y="268049"/>
                  </a:lnTo>
                  <a:lnTo>
                    <a:pt x="268087" y="235937"/>
                  </a:lnTo>
                  <a:lnTo>
                    <a:pt x="289146" y="195218"/>
                  </a:lnTo>
                  <a:lnTo>
                    <a:pt x="296710" y="148336"/>
                  </a:lnTo>
                  <a:lnTo>
                    <a:pt x="289146" y="101453"/>
                  </a:lnTo>
                  <a:lnTo>
                    <a:pt x="268087" y="60734"/>
                  </a:lnTo>
                  <a:lnTo>
                    <a:pt x="235975" y="28622"/>
                  </a:lnTo>
                  <a:lnTo>
                    <a:pt x="195256" y="7563"/>
                  </a:lnTo>
                  <a:lnTo>
                    <a:pt x="148374" y="0"/>
                  </a:lnTo>
                  <a:close/>
                </a:path>
              </a:pathLst>
            </a:custGeom>
            <a:solidFill>
              <a:srgbClr val="FFFFFF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11">
              <a:extLst>
                <a:ext uri="{FF2B5EF4-FFF2-40B4-BE49-F238E27FC236}">
                  <a16:creationId xmlns:a16="http://schemas.microsoft.com/office/drawing/2014/main" id="{B5C5929B-38F9-DC6F-BA60-6A0ECEA4148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4152" y="4913503"/>
              <a:ext cx="105918" cy="105918"/>
            </a:xfrm>
            <a:prstGeom prst="rect">
              <a:avLst/>
            </a:prstGeom>
          </p:spPr>
        </p:pic>
      </p:grpSp>
      <p:pic>
        <p:nvPicPr>
          <p:cNvPr id="20" name="رسم 8">
            <a:extLst>
              <a:ext uri="{FF2B5EF4-FFF2-40B4-BE49-F238E27FC236}">
                <a16:creationId xmlns:a16="http://schemas.microsoft.com/office/drawing/2014/main" id="{A79E34BA-28AF-29BB-02D5-E89E522210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075" y="163264"/>
            <a:ext cx="2297923" cy="929899"/>
          </a:xfrm>
          <a:prstGeom prst="rect">
            <a:avLst/>
          </a:prstGeom>
        </p:spPr>
      </p:pic>
      <p:sp>
        <p:nvSpPr>
          <p:cNvPr id="34" name="TextBox 28">
            <a:extLst>
              <a:ext uri="{FF2B5EF4-FFF2-40B4-BE49-F238E27FC236}">
                <a16:creationId xmlns:a16="http://schemas.microsoft.com/office/drawing/2014/main" id="{79E1E155-8825-883D-F17C-3496E7B4F7D0}"/>
              </a:ext>
            </a:extLst>
          </p:cNvPr>
          <p:cNvSpPr txBox="1"/>
          <p:nvPr/>
        </p:nvSpPr>
        <p:spPr>
          <a:xfrm>
            <a:off x="1797339" y="2667146"/>
            <a:ext cx="859732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1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5400" b="1">
                <a:solidFill>
                  <a:schemeClr val="bg1"/>
                </a:solidFill>
                <a:latin typeface="+mj-lt"/>
                <a:ea typeface="Roboto"/>
                <a:cs typeface="+mj-cs"/>
              </a:rPr>
              <a:t>وشكرا</a:t>
            </a:r>
            <a:endParaRPr lang="en-US" sz="5400" b="1">
              <a:solidFill>
                <a:schemeClr val="accent2"/>
              </a:solidFill>
              <a:latin typeface="+mj-lt"/>
              <a:ea typeface="Roboto"/>
              <a:cs typeface="+mj-cs"/>
            </a:endParaRPr>
          </a:p>
        </p:txBody>
      </p:sp>
      <p:sp>
        <p:nvSpPr>
          <p:cNvPr id="42" name="object 7">
            <a:extLst>
              <a:ext uri="{FF2B5EF4-FFF2-40B4-BE49-F238E27FC236}">
                <a16:creationId xmlns:a16="http://schemas.microsoft.com/office/drawing/2014/main" id="{0D911AC8-12EC-AB87-139C-D37D0D7A031C}"/>
              </a:ext>
            </a:extLst>
          </p:cNvPr>
          <p:cNvSpPr/>
          <p:nvPr/>
        </p:nvSpPr>
        <p:spPr>
          <a:xfrm>
            <a:off x="-1" y="6365107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12192000" h="405129">
                <a:moveTo>
                  <a:pt x="12192000" y="0"/>
                </a:moveTo>
                <a:lnTo>
                  <a:pt x="0" y="0"/>
                </a:lnTo>
                <a:lnTo>
                  <a:pt x="0" y="405041"/>
                </a:lnTo>
                <a:lnTo>
                  <a:pt x="12192000" y="40504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91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045D854-B1C1-4187-B534-DF80CB0B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008004"/>
                </a:solidFill>
                <a:latin typeface="Calibri" panose="020F0502020204030204" pitchFamily="34" charset="0"/>
              </a:rPr>
              <a:t>Public Internal - </a:t>
            </a:r>
            <a:r>
              <a:rPr lang="ar-SA" sz="1000">
                <a:solidFill>
                  <a:srgbClr val="008004"/>
                </a:solidFill>
                <a:latin typeface="Calibri" panose="020F0502020204030204" pitchFamily="34" charset="0"/>
              </a:rPr>
              <a:t>عام (داخلي) </a:t>
            </a:r>
          </a:p>
        </p:txBody>
      </p:sp>
    </p:spTree>
    <p:extLst>
      <p:ext uri="{BB962C8B-B14F-4D97-AF65-F5344CB8AC3E}">
        <p14:creationId xmlns:p14="http://schemas.microsoft.com/office/powerpoint/2010/main" val="126122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3215</TotalTime>
  <Words>2477</Words>
  <Application>Microsoft Office PowerPoint</Application>
  <PresentationFormat>Widescreen</PresentationFormat>
  <Paragraphs>776</Paragraphs>
  <Slides>44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Almarai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SM-A525F</dc:creator>
  <cp:lastModifiedBy>HP</cp:lastModifiedBy>
  <cp:revision>296</cp:revision>
  <cp:lastPrinted>2026-09-03T07:23:26Z</cp:lastPrinted>
  <dcterms:created xsi:type="dcterms:W3CDTF">2013-01-27T03:14:16Z</dcterms:created>
  <dcterms:modified xsi:type="dcterms:W3CDTF">2026-10-15T07:40:27Z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urrentState">
    <vt:lpwstr>{"FirstPageDifferent":false,"DifferentOddAndEvenPages":false,"PageCount":8,"HeaderMetadata":"","ThirdPartyHeaderMetadata":"","GVHeaderExists":false,"NonGVHeaderExists":false,"FloatingHeaderExists":false,"NonGVHeaderShapeExists":false,"ThirdPartyHeaders":[</vt:lpwstr>
  </property>
  <property fmtid="{D5CDD505-2E9C-101B-9397-08002B2CF9AE}" pid="3" name="Footer">
    <vt:lpwstr>&lt;span style="color:#008004;"&gt;&lt;span&gt;Public External - عام (خارجي)&lt;/span&gt;&lt;/span&gt;</vt:lpwstr>
  </property>
  <property fmtid="{D5CDD505-2E9C-101B-9397-08002B2CF9AE}" pid="4" name="GVData">
    <vt:lpwstr>ew0KICAidGFnc2V0XzAwNGRlYTMzXzg3NTFfNDM5OV9hNzZlXzk1ZjM3MWNiNDExOV9kaXN0cmlidXRpb24iOiAiRXh0ZXJuYWwiLA0KICAidGFnc2V0X2UxNjQwOWE3XzE3MDBfNDE1M185MDkwXzM5NTViYzJmMGFlOF9jbGFzc2lmaWNhdGlvbiI6ICJQdWJsaWMi</vt:lpwstr>
  </property>
  <property fmtid="{D5CDD505-2E9C-101B-9397-08002B2CF9AE}" pid="5" name="GVData0">
    <vt:lpwstr>LA0KICAiZG9jSUQiOiAiOTQ0ZWI5ODgtMDM5Ny00NTk1LWVlYzEtMmZmY2VjMWEzODYyIiwNCiAgIk9TIjogIldpbmRvd3MiLA0KICAiT3B0aW9ucyI6ICJ7XHUwMDIyUG9wdXBDb25maWd1cmF0aW9uXHUwMDIyOntcdTAwMjJBbHdheXNTaG93UG9wdXBcdTAwMjI6</vt:lpwstr>
  </property>
  <property fmtid="{D5CDD505-2E9C-101B-9397-08002B2CF9AE}" pid="6" name="GVData1">
    <vt:lpwstr>ZmFsc2UsXHUwMDIyRW5mb3JjZUhlYWRlckZvb3RlclR5cGVcdTAwMjI6ZmFsc2UsXHUwMDIySGVhZGVyUGxhY2VtZW50VHlwZVx1MDAyMjowLFx1MDAyMkZvb3RlclBsYWNlbWVudFR5cGVcdTAwMjI6MCxcdTAwMjJFbmZvcmNlTGF5b3V0T3B0aW9uXHUwMDIyOnRy</vt:lpwstr>
  </property>
  <property fmtid="{D5CDD505-2E9C-101B-9397-08002B2CF9AE}" pid="7" name="ClassificationTagSetId">
    <vt:lpwstr>e16409a7-1700-4153-9090-3955bc2f0ae8</vt:lpwstr>
  </property>
  <property fmtid="{D5CDD505-2E9C-101B-9397-08002B2CF9AE}" pid="8" name="Classification">
    <vt:lpwstr>عام / Public</vt:lpwstr>
  </property>
  <property fmtid="{D5CDD505-2E9C-101B-9397-08002B2CF9AE}" pid="9" name="ComplianceTagSetId">
    <vt:lpwstr>f14fc1f1-8950-40d5-8a29-45909da947d6</vt:lpwstr>
  </property>
  <property fmtid="{D5CDD505-2E9C-101B-9397-08002B2CF9AE}" pid="10" name="FileId">
    <vt:lpwstr>944eb988-0397-4595-eec1-2ffcec1a3862</vt:lpwstr>
  </property>
  <property fmtid="{D5CDD505-2E9C-101B-9397-08002B2CF9AE}" pid="11" name="UserId">
    <vt:lpwstr>2203600982</vt:lpwstr>
  </property>
  <property fmtid="{D5CDD505-2E9C-101B-9397-08002B2CF9AE}" pid="12" name="TagDateTime">
    <vt:lpwstr>2026-08-30T09:15:45Z</vt:lpwstr>
  </property>
  <property fmtid="{D5CDD505-2E9C-101B-9397-08002B2CF9AE}" pid="13" name="Distribution">
    <vt:lpwstr>خارجي / External</vt:lpwstr>
  </property>
  <property fmtid="{D5CDD505-2E9C-101B-9397-08002B2CF9AE}" pid="14" name="ClassificationHash">
    <vt:lpwstr>13d38db9-2856-70ed-377c-2844870099bd</vt:lpwstr>
  </property>
  <property fmtid="{D5CDD505-2E9C-101B-9397-08002B2CF9AE}" pid="15" name="DistributionHash">
    <vt:lpwstr>ec0cbdcb-4374-68a0-5fbc-ae8e73731f69</vt:lpwstr>
  </property>
  <property fmtid="{D5CDD505-2E9C-101B-9397-08002B2CF9AE}" pid="16" name="GVData2">
    <vt:lpwstr>dWUsXHUwMDIyTGF5b3V0T3B0aW9uXHUwMDIyOjAsXHUwMDIyVHJpZ2dlck51bWJlclx1MDAyMjowLFx1MDAyMkZyb21JbmRleFx1MDAyMjowLFx1MDAyMlRvSW5kZXhcdTAwMjI6MCxcdTAwMjJFbmZvcmNlT3ZlcndyaXRlT3B0aW9uXHUwMDIyOmZhbHNlLFx1MDAy</vt:lpwstr>
  </property>
  <property fmtid="{D5CDD505-2E9C-101B-9397-08002B2CF9AE}" pid="17" name="GVData3">
    <vt:lpwstr>Mk92ZXJ3cml0ZU9wdGlvblx1MDAyMjowfSxcdTAwMjJIZWFkZXJFbmFibGVkXHUwMDIyOmZhbHNlLFx1MDAyMkhlYWRlclx1MDAyMjpcdTAwMjJcdTAwMjIsXHUwMDIySGVhZGVyc1x1MDAyMjpudWxsLFx1MDAyMkhlYWRlclR5cGVcdTAwMjI6MSxcdTAwMjJIZWFk</vt:lpwstr>
  </property>
  <property fmtid="{D5CDD505-2E9C-101B-9397-08002B2CF9AE}" pid="18" name="GVData4">
    <vt:lpwstr>ZXJUeXBlc0FsbG93ZWRcdTAwMjI6WzJdLFx1MDAyMkhlYWRlclVwZGF0ZVR5cGVcdTAwMjI6MCxcdTAwMjJGb290ZXJFbmFibGVkXHUwMDIyOnRydWUsXHUwMDIyRm9vdGVyXHUwMDIyOlx1MDAyMlx1MDAzQ3NwYW4gc3R5bGU9XFxcdTAwMjJjb2xvcjojMDA4MDA0</vt:lpwstr>
  </property>
  <property fmtid="{D5CDD505-2E9C-101B-9397-08002B2CF9AE}" pid="19" name="GVData5">
    <vt:lpwstr>O1xcXHUwMDIyXHUwMDNFXHUwMDNDc3Bhblx1MDAzRVB1YmxpYyBFeHRlcm5hbCAtIFx1MDYzOVx1MDYyN1x1MDY0NSAoXHUwNjJFXHUwNjI3XHUwNjMxXHUwNjJDXHUwNjRBKVx1MDAzQy9zcGFuXHUwMDNFXHUwMDNDL3NwYW5cdTAwM0VcdTAwMjIsXHUwMDIyRm9v</vt:lpwstr>
  </property>
  <property fmtid="{D5CDD505-2E9C-101B-9397-08002B2CF9AE}" pid="20" name="GVData6">
    <vt:lpwstr>dGVyc1x1MDAyMjpudWxsLFx1MDAyMkZvb3RlclR5cGVcdTAwMjI6MCxcdTAwMjJGb290ZXJUeXBlc0FsbG93ZWRcdTAwMjI6WzAsMV0sXHUwMDIyRm9vdGVyVXBkYXRlVHlwZVx1MDAyMjoxLFx1MDAyMldhdGVybWFya1x1MDAyMjpudWxsLFx1MDAyMldhdGVybWFy</vt:lpwstr>
  </property>
  <property fmtid="{D5CDD505-2E9C-101B-9397-08002B2CF9AE}" pid="21" name="GVData7">
    <vt:lpwstr>a0VuYWJsZWRcdTAwMjI6ZmFsc2UsXHUwMDIyU2hvdWxkV3JpdGVXYXRlcm1hcmtcdTAwMjI6ZmFsc2UsXHUwMDIyV2F0ZXJtYXJrVXBkYXRlVHlwZVx1MDAyMjowLFx1MDAyMlBvd2VycG9pbnRUaXRsZVx1MDAyMjpcdTAwMjJcdTAwMjIsXHUwMDIyUG93ZXJwb2lu</vt:lpwstr>
  </property>
  <property fmtid="{D5CDD505-2E9C-101B-9397-08002B2CF9AE}" pid="22" name="GVData8">
    <vt:lpwstr>dFN1Yml0bGVcdTAwMjI6XHUwMDIyXHUwMDIyfSIsDQogICJTdGF0ZSI6ICJ7XHUwMDIyRmlyc3RQYWdlRGlmZmVyZW50XHUwMDIyOmZhbHNlLFx1MDAyMkRpZmZlcmVudE9kZEFuZEV2ZW5QYWdlc1x1MDAyMjpmYWxzZSxcdTAwMjJQYWdlQ291bnRcdTAwMjI6OCxc</vt:lpwstr>
  </property>
  <property fmtid="{D5CDD505-2E9C-101B-9397-08002B2CF9AE}" pid="23" name="GVData9">
    <vt:lpwstr>dTAwMjJIZWFkZXJNZXRhZGF0YVx1MDAyMjpcdTAwMjJcdTAwMjIsXHUwMDIyVGhpcmRQYXJ0eUhlYWRlck1ldGFkYXRhXHUwMDIyOlx1MDAyMlx1MDAyMixcdTAwMjJHVkhlYWRlckV4aXN0c1x1MDAyMjpmYWxzZSxcdTAwMjJOb25HVkhlYWRlckV4aXN0c1x1MDAy</vt:lpwstr>
  </property>
  <property fmtid="{D5CDD505-2E9C-101B-9397-08002B2CF9AE}" pid="24" name="GVData10">
    <vt:lpwstr>MjpmYWxzZSxcdTAwMjJGbG9hdGluZ0hlYWRlckV4aXN0c1x1MDAyMjpmYWxzZSxcdTAwMjJOb25HVkhlYWRlclNoYXBlRXhpc3RzXHUwMDIyOmZhbHNlLFx1MDAyMlRoaXJkUGFydHlIZWFkZXJzXHUwMDIyOltdLFx1MDAyMkZvb3Rlck1ldGFkYXRhXHUwMDIyOlx1</vt:lpwstr>
  </property>
  <property fmtid="{D5CDD505-2E9C-101B-9397-08002B2CF9AE}" pid="25" name="GVData11">
    <vt:lpwstr>MDAyMlx1MDAyMixcdTAwMjJUaGlyZFBhcnR5Rm9vdGVyTWV0YWRhdGFcdTAwMjI6XHUwMDIyXHUwMDIyLFx1MDAyMkdWRm9vdGVyRXhpc3RzXHUwMDIyOmZhbHNlLFx1MDAyMk5vbkdWRm9vdGVyRXhpc3RzXHUwMDIyOmZhbHNlLFx1MDAyMkZsb2F0aW5nRm9vdGVy</vt:lpwstr>
  </property>
  <property fmtid="{D5CDD505-2E9C-101B-9397-08002B2CF9AE}" pid="26" name="GVData12">
    <vt:lpwstr>RXhpc3RzXHUwMDIyOmZhbHNlLFx1MDAyMk5vbkdWRm9vdGVyU2hhcGVFeGlzdHNcdTAwMjI6ZmFsc2UsXHUwMDIyVGhpcmRQYXJ0eUZvb3RlcnNcdTAwMjI6W10sXHUwMDIyV2F0ZXJtYXJrTWV0YWRhdGFcdTAwMjI6bnVsbCxcdTAwMjJXYXRlcm1hcmtFeGlzdHNc</vt:lpwstr>
  </property>
  <property fmtid="{D5CDD505-2E9C-101B-9397-08002B2CF9AE}" pid="27" name="GVData13">
    <vt:lpwstr>dTAwMjI6ZmFsc2UsXHUwMDIyUG93ZXJwb2ludFRpdGxlTWV0YWRhdGFcdTAwMjI6XHUwMDIyXHUwMDIyLFx1MDAyMlBvd2VycG9pbnRTdWJ0aXRsZU1ldGFkYXRhXHUwMDIyOlx1MDAyMlx1MDAyMixcdTAwMjJUaGlyZFBhcnR5TWV0YWRhdGFGb3VuZFx1MDAyMjpm</vt:lpwstr>
  </property>
  <property fmtid="{D5CDD505-2E9C-101B-9397-08002B2CF9AE}" pid="28" name="GVData14">
    <vt:lpwstr>YWxzZX0iDQp9</vt:lpwstr>
  </property>
  <property fmtid="{D5CDD505-2E9C-101B-9397-08002B2CF9AE}" pid="29" name="GVData15">
    <vt:lpwstr>(end)</vt:lpwstr>
  </property>
  <property fmtid="{D5CDD505-2E9C-101B-9397-08002B2CF9AE}" pid="30" name="ICV">
    <vt:lpwstr>a35bad1fe9ed4180994a72f4394f9009_23</vt:lpwstr>
  </property>
</Properties>
</file>